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9"/>
  </p:notesMasterIdLst>
  <p:sldIdLst>
    <p:sldId id="309" r:id="rId2"/>
    <p:sldId id="292" r:id="rId3"/>
    <p:sldId id="592" r:id="rId4"/>
    <p:sldId id="593" r:id="rId5"/>
    <p:sldId id="594" r:id="rId6"/>
    <p:sldId id="595" r:id="rId7"/>
    <p:sldId id="596" r:id="rId8"/>
    <p:sldId id="597" r:id="rId9"/>
    <p:sldId id="624" r:id="rId10"/>
    <p:sldId id="598" r:id="rId11"/>
    <p:sldId id="599" r:id="rId12"/>
    <p:sldId id="600" r:id="rId13"/>
    <p:sldId id="601" r:id="rId14"/>
    <p:sldId id="602" r:id="rId15"/>
    <p:sldId id="603" r:id="rId16"/>
    <p:sldId id="604" r:id="rId17"/>
    <p:sldId id="605" r:id="rId18"/>
    <p:sldId id="606" r:id="rId19"/>
    <p:sldId id="607" r:id="rId20"/>
    <p:sldId id="608" r:id="rId21"/>
    <p:sldId id="609" r:id="rId22"/>
    <p:sldId id="610" r:id="rId23"/>
    <p:sldId id="611" r:id="rId24"/>
    <p:sldId id="612" r:id="rId25"/>
    <p:sldId id="613" r:id="rId26"/>
    <p:sldId id="614" r:id="rId27"/>
    <p:sldId id="615" r:id="rId28"/>
    <p:sldId id="625" r:id="rId29"/>
    <p:sldId id="627" r:id="rId30"/>
    <p:sldId id="628" r:id="rId31"/>
    <p:sldId id="629" r:id="rId32"/>
    <p:sldId id="630" r:id="rId33"/>
    <p:sldId id="616" r:id="rId34"/>
    <p:sldId id="619" r:id="rId35"/>
    <p:sldId id="621" r:id="rId36"/>
    <p:sldId id="622" r:id="rId37"/>
    <p:sldId id="396" r:id="rId38"/>
    <p:sldId id="589" r:id="rId39"/>
    <p:sldId id="579" r:id="rId40"/>
    <p:sldId id="580" r:id="rId41"/>
    <p:sldId id="578" r:id="rId42"/>
    <p:sldId id="617" r:id="rId43"/>
    <p:sldId id="507" r:id="rId44"/>
    <p:sldId id="530" r:id="rId45"/>
    <p:sldId id="531" r:id="rId46"/>
    <p:sldId id="533" r:id="rId47"/>
    <p:sldId id="345" r:id="rId48"/>
  </p:sldIdLst>
  <p:sldSz cx="12192000" cy="6858000"/>
  <p:notesSz cx="6858000" cy="9144000"/>
  <p:embeddedFontLst>
    <p:embeddedFont>
      <p:font typeface="Cascadia Mono" panose="020B0609020000020004" pitchFamily="49" charset="0"/>
      <p:regular r:id="rId50"/>
      <p:bold r:id="rId51"/>
      <p:italic r:id="rId52"/>
      <p:boldItalic r:id="rId53"/>
    </p:embeddedFont>
    <p:embeddedFont>
      <p:font typeface="Roboto Condensed" panose="02000000000000000000" pitchFamily="2" charset="0"/>
      <p:regular r:id="rId54"/>
      <p:bold r:id="rId55"/>
      <p:italic r:id="rId56"/>
      <p:boldItalic r:id="rId57"/>
    </p:embeddedFont>
    <p:embeddedFont>
      <p:font typeface="Roboto Condensed Light" panose="02000000000000000000" pitchFamily="2" charset="0"/>
      <p:regular r:id="rId58"/>
      <p:italic r:id="rId59"/>
    </p:embeddedFont>
    <p:embeddedFont>
      <p:font typeface="Wingdings 2" panose="05020102010507070707" pitchFamily="18" charset="2"/>
      <p:regular r:id="rId60"/>
    </p:embeddedFont>
    <p:embeddedFont>
      <p:font typeface="Wingdings 3" panose="05040102010807070707" pitchFamily="18" charset="2"/>
      <p:regular r:id="rId6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bnOqwMgioxK/8OC4u6dZOw==" hashData="k+ABZcY9MrhWF5vel9DKj1r6aVDXugsHcNkL4M7jEnMgIERTShDDa+9Xsw/TtOqH4fDkdgJfjBl8SJezjCq18A=="/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0E4F"/>
    <a:srgbClr val="F54337"/>
    <a:srgbClr val="301B92"/>
    <a:srgbClr val="673BB7"/>
    <a:srgbClr val="607D8B"/>
    <a:srgbClr val="ED524F"/>
    <a:srgbClr val="B71B1C"/>
    <a:srgbClr val="D81A60"/>
    <a:srgbClr val="EA1E63"/>
    <a:srgbClr val="C628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328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4" d="100"/>
          <a:sy n="54" d="100"/>
        </p:scale>
        <p:origin x="282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1.fntdata"/><Relationship Id="rId55" Type="http://schemas.openxmlformats.org/officeDocument/2006/relationships/font" Target="fonts/font6.fntdata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4.fntdata"/><Relationship Id="rId58" Type="http://schemas.openxmlformats.org/officeDocument/2006/relationships/font" Target="fonts/font9.fntdata"/><Relationship Id="rId66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font" Target="fonts/font12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7.fntdata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5.fntdata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57" Type="http://schemas.openxmlformats.org/officeDocument/2006/relationships/font" Target="fonts/font8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3.fntdata"/><Relationship Id="rId60" Type="http://schemas.openxmlformats.org/officeDocument/2006/relationships/font" Target="fonts/font11.fntdata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imish Vadodariya" userId="d2e325c0593a319e" providerId="LiveId" clId="{3003CA63-0ABC-4FD7-9DA4-30B10A4782BF}"/>
    <pc:docChg chg="undo custSel addSld modSld modMainMaster">
      <pc:chgData name="Naimish Vadodariya" userId="d2e325c0593a319e" providerId="LiveId" clId="{3003CA63-0ABC-4FD7-9DA4-30B10A4782BF}" dt="2024-08-15T06:56:51.226" v="214" actId="207"/>
      <pc:docMkLst>
        <pc:docMk/>
      </pc:docMkLst>
      <pc:sldChg chg="modSp mod">
        <pc:chgData name="Naimish Vadodariya" userId="d2e325c0593a319e" providerId="LiveId" clId="{3003CA63-0ABC-4FD7-9DA4-30B10A4782BF}" dt="2024-08-15T05:33:01.996" v="24" actId="20577"/>
        <pc:sldMkLst>
          <pc:docMk/>
          <pc:sldMk cId="3701994266" sldId="396"/>
        </pc:sldMkLst>
        <pc:spChg chg="mod">
          <ac:chgData name="Naimish Vadodariya" userId="d2e325c0593a319e" providerId="LiveId" clId="{3003CA63-0ABC-4FD7-9DA4-30B10A4782BF}" dt="2024-08-15T05:33:01.996" v="24" actId="20577"/>
          <ac:spMkLst>
            <pc:docMk/>
            <pc:sldMk cId="3701994266" sldId="396"/>
            <ac:spMk id="4" creationId="{00000000-0000-0000-0000-000000000000}"/>
          </ac:spMkLst>
        </pc:spChg>
        <pc:spChg chg="mod">
          <ac:chgData name="Naimish Vadodariya" userId="d2e325c0593a319e" providerId="LiveId" clId="{3003CA63-0ABC-4FD7-9DA4-30B10A4782BF}" dt="2024-08-15T05:32:55.574" v="21" actId="20577"/>
          <ac:spMkLst>
            <pc:docMk/>
            <pc:sldMk cId="3701994266" sldId="396"/>
            <ac:spMk id="5" creationId="{00000000-0000-0000-0000-000000000000}"/>
          </ac:spMkLst>
        </pc:spChg>
      </pc:sldChg>
      <pc:sldChg chg="modSp mod modAnim">
        <pc:chgData name="Naimish Vadodariya" userId="d2e325c0593a319e" providerId="LiveId" clId="{3003CA63-0ABC-4FD7-9DA4-30B10A4782BF}" dt="2024-08-15T05:35:45.650" v="86" actId="113"/>
        <pc:sldMkLst>
          <pc:docMk/>
          <pc:sldMk cId="4168921267" sldId="397"/>
        </pc:sldMkLst>
        <pc:spChg chg="mod">
          <ac:chgData name="Naimish Vadodariya" userId="d2e325c0593a319e" providerId="LiveId" clId="{3003CA63-0ABC-4FD7-9DA4-30B10A4782BF}" dt="2024-08-15T05:35:45.650" v="86" actId="113"/>
          <ac:spMkLst>
            <pc:docMk/>
            <pc:sldMk cId="4168921267" sldId="397"/>
            <ac:spMk id="2" creationId="{00000000-0000-0000-0000-000000000000}"/>
          </ac:spMkLst>
        </pc:spChg>
        <pc:spChg chg="mod">
          <ac:chgData name="Naimish Vadodariya" userId="d2e325c0593a319e" providerId="LiveId" clId="{3003CA63-0ABC-4FD7-9DA4-30B10A4782BF}" dt="2024-08-15T05:33:08.942" v="26" actId="20577"/>
          <ac:spMkLst>
            <pc:docMk/>
            <pc:sldMk cId="4168921267" sldId="397"/>
            <ac:spMk id="3" creationId="{00000000-0000-0000-0000-000000000000}"/>
          </ac:spMkLst>
        </pc:spChg>
      </pc:sldChg>
      <pc:sldChg chg="modSp mod">
        <pc:chgData name="Naimish Vadodariya" userId="d2e325c0593a319e" providerId="LiveId" clId="{3003CA63-0ABC-4FD7-9DA4-30B10A4782BF}" dt="2024-08-15T05:42:25.433" v="145" actId="20577"/>
        <pc:sldMkLst>
          <pc:docMk/>
          <pc:sldMk cId="2949508343" sldId="419"/>
        </pc:sldMkLst>
        <pc:spChg chg="mod">
          <ac:chgData name="Naimish Vadodariya" userId="d2e325c0593a319e" providerId="LiveId" clId="{3003CA63-0ABC-4FD7-9DA4-30B10A4782BF}" dt="2024-08-15T05:42:25.433" v="145" actId="20577"/>
          <ac:spMkLst>
            <pc:docMk/>
            <pc:sldMk cId="2949508343" sldId="419"/>
            <ac:spMk id="5" creationId="{00000000-0000-0000-0000-000000000000}"/>
          </ac:spMkLst>
        </pc:spChg>
      </pc:sldChg>
      <pc:sldChg chg="addSp modSp modAnim">
        <pc:chgData name="Naimish Vadodariya" userId="d2e325c0593a319e" providerId="LiveId" clId="{3003CA63-0ABC-4FD7-9DA4-30B10A4782BF}" dt="2024-08-15T06:06:49.426" v="205" actId="20577"/>
        <pc:sldMkLst>
          <pc:docMk/>
          <pc:sldMk cId="3979857482" sldId="420"/>
        </pc:sldMkLst>
        <pc:spChg chg="mod">
          <ac:chgData name="Naimish Vadodariya" userId="d2e325c0593a319e" providerId="LiveId" clId="{3003CA63-0ABC-4FD7-9DA4-30B10A4782BF}" dt="2024-08-15T06:06:49.426" v="205" actId="20577"/>
          <ac:spMkLst>
            <pc:docMk/>
            <pc:sldMk cId="3979857482" sldId="420"/>
            <ac:spMk id="2" creationId="{00000000-0000-0000-0000-000000000000}"/>
          </ac:spMkLst>
        </pc:spChg>
        <pc:spChg chg="add">
          <ac:chgData name="Naimish Vadodariya" userId="d2e325c0593a319e" providerId="LiveId" clId="{3003CA63-0ABC-4FD7-9DA4-30B10A4782BF}" dt="2024-08-15T06:06:29.456" v="202"/>
          <ac:spMkLst>
            <pc:docMk/>
            <pc:sldMk cId="3979857482" sldId="420"/>
            <ac:spMk id="4" creationId="{39020F5F-75E9-DEEB-2C52-9F168FCF9A6E}"/>
          </ac:spMkLst>
        </pc:spChg>
      </pc:sldChg>
      <pc:sldChg chg="addSp delSp modSp mod">
        <pc:chgData name="Naimish Vadodariya" userId="d2e325c0593a319e" providerId="LiveId" clId="{3003CA63-0ABC-4FD7-9DA4-30B10A4782BF}" dt="2024-08-15T06:56:51.226" v="214" actId="207"/>
        <pc:sldMkLst>
          <pc:docMk/>
          <pc:sldMk cId="3383867121" sldId="578"/>
        </pc:sldMkLst>
        <pc:spChg chg="mod">
          <ac:chgData name="Naimish Vadodariya" userId="d2e325c0593a319e" providerId="LiveId" clId="{3003CA63-0ABC-4FD7-9DA4-30B10A4782BF}" dt="2024-08-15T06:56:51.226" v="214" actId="207"/>
          <ac:spMkLst>
            <pc:docMk/>
            <pc:sldMk cId="3383867121" sldId="578"/>
            <ac:spMk id="3" creationId="{573E579A-685A-A2C0-3A2A-9DA77DF3B465}"/>
          </ac:spMkLst>
        </pc:spChg>
        <pc:spChg chg="add del mod">
          <ac:chgData name="Naimish Vadodariya" userId="d2e325c0593a319e" providerId="LiveId" clId="{3003CA63-0ABC-4FD7-9DA4-30B10A4782BF}" dt="2024-08-15T06:56:28.654" v="207" actId="22"/>
          <ac:spMkLst>
            <pc:docMk/>
            <pc:sldMk cId="3383867121" sldId="578"/>
            <ac:spMk id="4" creationId="{42BED0AF-DE38-C0EF-9EF3-0D84DC191073}"/>
          </ac:spMkLst>
        </pc:spChg>
        <pc:picChg chg="del">
          <ac:chgData name="Naimish Vadodariya" userId="d2e325c0593a319e" providerId="LiveId" clId="{3003CA63-0ABC-4FD7-9DA4-30B10A4782BF}" dt="2024-08-15T06:55:08.343" v="206" actId="478"/>
          <ac:picMkLst>
            <pc:docMk/>
            <pc:sldMk cId="3383867121" sldId="578"/>
            <ac:picMk id="5" creationId="{FE89C2BF-8E25-772A-8D54-4F34436B0CB3}"/>
          </ac:picMkLst>
        </pc:picChg>
        <pc:picChg chg="add mod ord">
          <ac:chgData name="Naimish Vadodariya" userId="d2e325c0593a319e" providerId="LiveId" clId="{3003CA63-0ABC-4FD7-9DA4-30B10A4782BF}" dt="2024-08-15T06:56:40.933" v="210" actId="1076"/>
          <ac:picMkLst>
            <pc:docMk/>
            <pc:sldMk cId="3383867121" sldId="578"/>
            <ac:picMk id="7" creationId="{6A800502-D334-51A9-85AF-13D0F02EE120}"/>
          </ac:picMkLst>
        </pc:picChg>
      </pc:sldChg>
      <pc:sldChg chg="modSp add mod">
        <pc:chgData name="Naimish Vadodariya" userId="d2e325c0593a319e" providerId="LiveId" clId="{3003CA63-0ABC-4FD7-9DA4-30B10A4782BF}" dt="2024-08-15T05:32:02.823" v="16" actId="20577"/>
        <pc:sldMkLst>
          <pc:docMk/>
          <pc:sldMk cId="1303061541" sldId="588"/>
        </pc:sldMkLst>
        <pc:spChg chg="mod">
          <ac:chgData name="Naimish Vadodariya" userId="d2e325c0593a319e" providerId="LiveId" clId="{3003CA63-0ABC-4FD7-9DA4-30B10A4782BF}" dt="2024-08-15T05:31:58.597" v="13" actId="20577"/>
          <ac:spMkLst>
            <pc:docMk/>
            <pc:sldMk cId="1303061541" sldId="588"/>
            <ac:spMk id="4" creationId="{00000000-0000-0000-0000-000000000000}"/>
          </ac:spMkLst>
        </pc:spChg>
        <pc:spChg chg="mod">
          <ac:chgData name="Naimish Vadodariya" userId="d2e325c0593a319e" providerId="LiveId" clId="{3003CA63-0ABC-4FD7-9DA4-30B10A4782BF}" dt="2024-08-15T05:32:02.823" v="16" actId="20577"/>
          <ac:spMkLst>
            <pc:docMk/>
            <pc:sldMk cId="1303061541" sldId="588"/>
            <ac:spMk id="5" creationId="{00000000-0000-0000-0000-000000000000}"/>
          </ac:spMkLst>
        </pc:spChg>
      </pc:sldChg>
      <pc:sldChg chg="addSp modSp new mod modAnim">
        <pc:chgData name="Naimish Vadodariya" userId="d2e325c0593a319e" providerId="LiveId" clId="{3003CA63-0ABC-4FD7-9DA4-30B10A4782BF}" dt="2024-08-15T05:42:04.064" v="142" actId="20577"/>
        <pc:sldMkLst>
          <pc:docMk/>
          <pc:sldMk cId="2181033805" sldId="589"/>
        </pc:sldMkLst>
        <pc:spChg chg="mod">
          <ac:chgData name="Naimish Vadodariya" userId="d2e325c0593a319e" providerId="LiveId" clId="{3003CA63-0ABC-4FD7-9DA4-30B10A4782BF}" dt="2024-08-15T05:42:04.064" v="142" actId="20577"/>
          <ac:spMkLst>
            <pc:docMk/>
            <pc:sldMk cId="2181033805" sldId="589"/>
            <ac:spMk id="2" creationId="{66182E8B-DED1-0037-037E-4C51DCD3D1E6}"/>
          </ac:spMkLst>
        </pc:spChg>
        <pc:spChg chg="mod">
          <ac:chgData name="Naimish Vadodariya" userId="d2e325c0593a319e" providerId="LiveId" clId="{3003CA63-0ABC-4FD7-9DA4-30B10A4782BF}" dt="2024-08-15T05:39:47.658" v="88"/>
          <ac:spMkLst>
            <pc:docMk/>
            <pc:sldMk cId="2181033805" sldId="589"/>
            <ac:spMk id="3" creationId="{1E790C23-189E-1C5D-1BEE-0B993364E08D}"/>
          </ac:spMkLst>
        </pc:spChg>
        <pc:spChg chg="add">
          <ac:chgData name="Naimish Vadodariya" userId="d2e325c0593a319e" providerId="LiveId" clId="{3003CA63-0ABC-4FD7-9DA4-30B10A4782BF}" dt="2024-08-15T05:40:03.011" v="93"/>
          <ac:spMkLst>
            <pc:docMk/>
            <pc:sldMk cId="2181033805" sldId="589"/>
            <ac:spMk id="4" creationId="{FD80D5EF-53C3-DF84-CDCD-513A73A1E74A}"/>
          </ac:spMkLst>
        </pc:spChg>
      </pc:sldChg>
      <pc:sldMasterChg chg="modSldLayout">
        <pc:chgData name="Naimish Vadodariya" userId="d2e325c0593a319e" providerId="LiveId" clId="{3003CA63-0ABC-4FD7-9DA4-30B10A4782BF}" dt="2024-08-15T05:32:15.873" v="20" actId="20577"/>
        <pc:sldMasterMkLst>
          <pc:docMk/>
          <pc:sldMasterMk cId="791954662" sldId="2147483648"/>
        </pc:sldMasterMkLst>
        <pc:sldLayoutChg chg="modSp mod">
          <pc:chgData name="Naimish Vadodariya" userId="d2e325c0593a319e" providerId="LiveId" clId="{3003CA63-0ABC-4FD7-9DA4-30B10A4782BF}" dt="2024-08-15T05:32:15.873" v="20" actId="20577"/>
          <pc:sldLayoutMkLst>
            <pc:docMk/>
            <pc:sldMasterMk cId="791954662" sldId="2147483648"/>
            <pc:sldLayoutMk cId="4202761244" sldId="2147483687"/>
          </pc:sldLayoutMkLst>
          <pc:spChg chg="mod">
            <ac:chgData name="Naimish Vadodariya" userId="d2e325c0593a319e" providerId="LiveId" clId="{3003CA63-0ABC-4FD7-9DA4-30B10A4782BF}" dt="2024-08-15T05:32:15.873" v="20" actId="20577"/>
            <ac:spMkLst>
              <pc:docMk/>
              <pc:sldMasterMk cId="791954662" sldId="2147483648"/>
              <pc:sldLayoutMk cId="4202761244" sldId="2147483687"/>
              <ac:spMk id="22" creationId="{BF2BE79E-EA17-4AB9-8CB5-714A52A6B2F5}"/>
            </ac:spMkLst>
          </pc:spChg>
        </pc:sldLayoutChg>
      </pc:sldMasterChg>
    </pc:docChg>
  </pc:docChgLst>
  <pc:docChgLst>
    <pc:chgData name="Naimish Vadodariya" userId="d2e325c0593a319e" providerId="LiveId" clId="{0F675715-7BC5-419F-A852-9E939943AA9D}"/>
    <pc:docChg chg="undo custSel addSld delSld modSld">
      <pc:chgData name="Naimish Vadodariya" userId="d2e325c0593a319e" providerId="LiveId" clId="{0F675715-7BC5-419F-A852-9E939943AA9D}" dt="2023-01-23T02:54:32.340" v="519" actId="20577"/>
      <pc:docMkLst>
        <pc:docMk/>
      </pc:docMkLst>
      <pc:sldChg chg="modSp modAnim">
        <pc:chgData name="Naimish Vadodariya" userId="d2e325c0593a319e" providerId="LiveId" clId="{0F675715-7BC5-419F-A852-9E939943AA9D}" dt="2023-01-17T04:52:53.679" v="400" actId="20577"/>
        <pc:sldMkLst>
          <pc:docMk/>
          <pc:sldMk cId="4216305698" sldId="292"/>
        </pc:sldMkLst>
        <pc:spChg chg="mod">
          <ac:chgData name="Naimish Vadodariya" userId="d2e325c0593a319e" providerId="LiveId" clId="{0F675715-7BC5-419F-A852-9E939943AA9D}" dt="2023-01-17T04:52:53.679" v="400" actId="20577"/>
          <ac:spMkLst>
            <pc:docMk/>
            <pc:sldMk cId="4216305698" sldId="292"/>
            <ac:spMk id="9" creationId="{BDA2F9A4-6988-4274-8384-12496EC9D59D}"/>
          </ac:spMkLst>
        </pc:spChg>
      </pc:sldChg>
      <pc:sldChg chg="modSp modAnim">
        <pc:chgData name="Naimish Vadodariya" userId="d2e325c0593a319e" providerId="LiveId" clId="{0F675715-7BC5-419F-A852-9E939943AA9D}" dt="2023-01-17T04:30:52.612" v="166" actId="20577"/>
        <pc:sldMkLst>
          <pc:docMk/>
          <pc:sldMk cId="4119392232" sldId="311"/>
        </pc:sldMkLst>
        <pc:spChg chg="mod">
          <ac:chgData name="Naimish Vadodariya" userId="d2e325c0593a319e" providerId="LiveId" clId="{0F675715-7BC5-419F-A852-9E939943AA9D}" dt="2023-01-17T04:30:52.612" v="166" actId="20577"/>
          <ac:spMkLst>
            <pc:docMk/>
            <pc:sldMk cId="4119392232" sldId="311"/>
            <ac:spMk id="5" creationId="{00000000-0000-0000-0000-000000000000}"/>
          </ac:spMkLst>
        </pc:spChg>
      </pc:sldChg>
      <pc:sldChg chg="modSp mod modAnim">
        <pc:chgData name="Naimish Vadodariya" userId="d2e325c0593a319e" providerId="LiveId" clId="{0F675715-7BC5-419F-A852-9E939943AA9D}" dt="2023-01-17T04:32:38.728" v="180" actId="1076"/>
        <pc:sldMkLst>
          <pc:docMk/>
          <pc:sldMk cId="2063409194" sldId="312"/>
        </pc:sldMkLst>
        <pc:spChg chg="mod">
          <ac:chgData name="Naimish Vadodariya" userId="d2e325c0593a319e" providerId="LiveId" clId="{0F675715-7BC5-419F-A852-9E939943AA9D}" dt="2023-01-17T04:31:23.110" v="169" actId="14"/>
          <ac:spMkLst>
            <pc:docMk/>
            <pc:sldMk cId="2063409194" sldId="312"/>
            <ac:spMk id="3" creationId="{00000000-0000-0000-0000-000000000000}"/>
          </ac:spMkLst>
        </pc:spChg>
        <pc:graphicFrameChg chg="mod modGraphic">
          <ac:chgData name="Naimish Vadodariya" userId="d2e325c0593a319e" providerId="LiveId" clId="{0F675715-7BC5-419F-A852-9E939943AA9D}" dt="2023-01-17T04:32:38.728" v="180" actId="1076"/>
          <ac:graphicFrameMkLst>
            <pc:docMk/>
            <pc:sldMk cId="2063409194" sldId="312"/>
            <ac:graphicFrameMk id="5" creationId="{26B864CA-85CD-4666-B9D1-870ED08B272C}"/>
          </ac:graphicFrameMkLst>
        </pc:graphicFrameChg>
        <pc:graphicFrameChg chg="mod modGraphic">
          <ac:chgData name="Naimish Vadodariya" userId="d2e325c0593a319e" providerId="LiveId" clId="{0F675715-7BC5-419F-A852-9E939943AA9D}" dt="2023-01-17T04:32:29.993" v="179" actId="1076"/>
          <ac:graphicFrameMkLst>
            <pc:docMk/>
            <pc:sldMk cId="2063409194" sldId="312"/>
            <ac:graphicFrameMk id="6" creationId="{26B864CA-85CD-4666-B9D1-870ED08B272C}"/>
          </ac:graphicFrameMkLst>
        </pc:graphicFrameChg>
        <pc:cxnChg chg="mod">
          <ac:chgData name="Naimish Vadodariya" userId="d2e325c0593a319e" providerId="LiveId" clId="{0F675715-7BC5-419F-A852-9E939943AA9D}" dt="2023-01-17T04:32:38.728" v="180" actId="1076"/>
          <ac:cxnSpMkLst>
            <pc:docMk/>
            <pc:sldMk cId="2063409194" sldId="312"/>
            <ac:cxnSpMk id="4" creationId="{00000000-0000-0000-0000-000000000000}"/>
          </ac:cxnSpMkLst>
        </pc:cxnChg>
      </pc:sldChg>
      <pc:sldChg chg="modSp mod">
        <pc:chgData name="Naimish Vadodariya" userId="d2e325c0593a319e" providerId="LiveId" clId="{0F675715-7BC5-419F-A852-9E939943AA9D}" dt="2023-01-17T04:33:18.217" v="219" actId="20577"/>
        <pc:sldMkLst>
          <pc:docMk/>
          <pc:sldMk cId="2733917320" sldId="314"/>
        </pc:sldMkLst>
        <pc:spChg chg="mod">
          <ac:chgData name="Naimish Vadodariya" userId="d2e325c0593a319e" providerId="LiveId" clId="{0F675715-7BC5-419F-A852-9E939943AA9D}" dt="2023-01-17T04:33:18.217" v="219" actId="20577"/>
          <ac:spMkLst>
            <pc:docMk/>
            <pc:sldMk cId="2733917320" sldId="314"/>
            <ac:spMk id="4" creationId="{00000000-0000-0000-0000-000000000000}"/>
          </ac:spMkLst>
        </pc:spChg>
      </pc:sldChg>
      <pc:sldChg chg="modSp mod">
        <pc:chgData name="Naimish Vadodariya" userId="d2e325c0593a319e" providerId="LiveId" clId="{0F675715-7BC5-419F-A852-9E939943AA9D}" dt="2023-01-17T04:33:39.587" v="221" actId="14100"/>
        <pc:sldMkLst>
          <pc:docMk/>
          <pc:sldMk cId="1662067996" sldId="318"/>
        </pc:sldMkLst>
        <pc:spChg chg="mod">
          <ac:chgData name="Naimish Vadodariya" userId="d2e325c0593a319e" providerId="LiveId" clId="{0F675715-7BC5-419F-A852-9E939943AA9D}" dt="2023-01-17T04:33:39.587" v="221" actId="14100"/>
          <ac:spMkLst>
            <pc:docMk/>
            <pc:sldMk cId="1662067996" sldId="318"/>
            <ac:spMk id="15" creationId="{00000000-0000-0000-0000-000000000000}"/>
          </ac:spMkLst>
        </pc:spChg>
      </pc:sldChg>
      <pc:sldChg chg="modSp del mod">
        <pc:chgData name="Naimish Vadodariya" userId="d2e325c0593a319e" providerId="LiveId" clId="{0F675715-7BC5-419F-A852-9E939943AA9D}" dt="2023-01-17T04:34:35.672" v="226" actId="2696"/>
        <pc:sldMkLst>
          <pc:docMk/>
          <pc:sldMk cId="2610991813" sldId="324"/>
        </pc:sldMkLst>
        <pc:spChg chg="mod">
          <ac:chgData name="Naimish Vadodariya" userId="d2e325c0593a319e" providerId="LiveId" clId="{0F675715-7BC5-419F-A852-9E939943AA9D}" dt="2023-01-17T04:34:17.935" v="222" actId="21"/>
          <ac:spMkLst>
            <pc:docMk/>
            <pc:sldMk cId="2610991813" sldId="324"/>
            <ac:spMk id="3" creationId="{00000000-0000-0000-0000-000000000000}"/>
          </ac:spMkLst>
        </pc:spChg>
      </pc:sldChg>
      <pc:sldChg chg="modSp modAnim">
        <pc:chgData name="Naimish Vadodariya" userId="d2e325c0593a319e" providerId="LiveId" clId="{0F675715-7BC5-419F-A852-9E939943AA9D}" dt="2023-01-17T04:34:30.058" v="225" actId="404"/>
        <pc:sldMkLst>
          <pc:docMk/>
          <pc:sldMk cId="2466307806" sldId="325"/>
        </pc:sldMkLst>
        <pc:spChg chg="mod">
          <ac:chgData name="Naimish Vadodariya" userId="d2e325c0593a319e" providerId="LiveId" clId="{0F675715-7BC5-419F-A852-9E939943AA9D}" dt="2023-01-17T04:34:30.058" v="225" actId="404"/>
          <ac:spMkLst>
            <pc:docMk/>
            <pc:sldMk cId="2466307806" sldId="325"/>
            <ac:spMk id="3" creationId="{00000000-0000-0000-0000-000000000000}"/>
          </ac:spMkLst>
        </pc:spChg>
      </pc:sldChg>
      <pc:sldChg chg="modSp">
        <pc:chgData name="Naimish Vadodariya" userId="d2e325c0593a319e" providerId="LiveId" clId="{0F675715-7BC5-419F-A852-9E939943AA9D}" dt="2023-01-16T02:40:33.553" v="93" actId="113"/>
        <pc:sldMkLst>
          <pc:docMk/>
          <pc:sldMk cId="2121103112" sldId="326"/>
        </pc:sldMkLst>
        <pc:spChg chg="mod">
          <ac:chgData name="Naimish Vadodariya" userId="d2e325c0593a319e" providerId="LiveId" clId="{0F675715-7BC5-419F-A852-9E939943AA9D}" dt="2023-01-16T02:40:33.553" v="93" actId="113"/>
          <ac:spMkLst>
            <pc:docMk/>
            <pc:sldMk cId="2121103112" sldId="326"/>
            <ac:spMk id="3" creationId="{00000000-0000-0000-0000-000000000000}"/>
          </ac:spMkLst>
        </pc:spChg>
      </pc:sldChg>
      <pc:sldChg chg="modSp">
        <pc:chgData name="Naimish Vadodariya" userId="d2e325c0593a319e" providerId="LiveId" clId="{0F675715-7BC5-419F-A852-9E939943AA9D}" dt="2023-01-16T02:40:37.715" v="94" actId="113"/>
        <pc:sldMkLst>
          <pc:docMk/>
          <pc:sldMk cId="1453523635" sldId="327"/>
        </pc:sldMkLst>
        <pc:spChg chg="mod">
          <ac:chgData name="Naimish Vadodariya" userId="d2e325c0593a319e" providerId="LiveId" clId="{0F675715-7BC5-419F-A852-9E939943AA9D}" dt="2023-01-16T02:40:37.715" v="94" actId="113"/>
          <ac:spMkLst>
            <pc:docMk/>
            <pc:sldMk cId="1453523635" sldId="327"/>
            <ac:spMk id="3" creationId="{00000000-0000-0000-0000-000000000000}"/>
          </ac:spMkLst>
        </pc:spChg>
      </pc:sldChg>
      <pc:sldChg chg="modSp">
        <pc:chgData name="Naimish Vadodariya" userId="d2e325c0593a319e" providerId="LiveId" clId="{0F675715-7BC5-419F-A852-9E939943AA9D}" dt="2023-01-16T02:40:49.528" v="96" actId="113"/>
        <pc:sldMkLst>
          <pc:docMk/>
          <pc:sldMk cId="3425114414" sldId="328"/>
        </pc:sldMkLst>
        <pc:spChg chg="mod">
          <ac:chgData name="Naimish Vadodariya" userId="d2e325c0593a319e" providerId="LiveId" clId="{0F675715-7BC5-419F-A852-9E939943AA9D}" dt="2023-01-16T02:40:49.528" v="96" actId="113"/>
          <ac:spMkLst>
            <pc:docMk/>
            <pc:sldMk cId="3425114414" sldId="328"/>
            <ac:spMk id="3" creationId="{00000000-0000-0000-0000-000000000000}"/>
          </ac:spMkLst>
        </pc:spChg>
      </pc:sldChg>
      <pc:sldChg chg="modSp mod">
        <pc:chgData name="Naimish Vadodariya" userId="d2e325c0593a319e" providerId="LiveId" clId="{0F675715-7BC5-419F-A852-9E939943AA9D}" dt="2023-01-16T02:40:58.555" v="98" actId="113"/>
        <pc:sldMkLst>
          <pc:docMk/>
          <pc:sldMk cId="4255081710" sldId="329"/>
        </pc:sldMkLst>
        <pc:spChg chg="mod">
          <ac:chgData name="Naimish Vadodariya" userId="d2e325c0593a319e" providerId="LiveId" clId="{0F675715-7BC5-419F-A852-9E939943AA9D}" dt="2023-01-16T02:40:58.555" v="98" actId="113"/>
          <ac:spMkLst>
            <pc:docMk/>
            <pc:sldMk cId="4255081710" sldId="329"/>
            <ac:spMk id="3" creationId="{00000000-0000-0000-0000-000000000000}"/>
          </ac:spMkLst>
        </pc:spChg>
        <pc:graphicFrameChg chg="modGraphic">
          <ac:chgData name="Naimish Vadodariya" userId="d2e325c0593a319e" providerId="LiveId" clId="{0F675715-7BC5-419F-A852-9E939943AA9D}" dt="2023-01-16T02:40:20.219" v="91" actId="20577"/>
          <ac:graphicFrameMkLst>
            <pc:docMk/>
            <pc:sldMk cId="4255081710" sldId="329"/>
            <ac:graphicFrameMk id="5" creationId="{2486BC6F-42B7-4A1D-889E-1B1818D1D5FB}"/>
          </ac:graphicFrameMkLst>
        </pc:graphicFrameChg>
        <pc:graphicFrameChg chg="modGraphic">
          <ac:chgData name="Naimish Vadodariya" userId="d2e325c0593a319e" providerId="LiveId" clId="{0F675715-7BC5-419F-A852-9E939943AA9D}" dt="2023-01-16T02:39:40.465" v="62" actId="207"/>
          <ac:graphicFrameMkLst>
            <pc:docMk/>
            <pc:sldMk cId="4255081710" sldId="329"/>
            <ac:graphicFrameMk id="9" creationId="{26B864CA-85CD-4666-B9D1-870ED08B272C}"/>
          </ac:graphicFrameMkLst>
        </pc:graphicFrameChg>
        <pc:graphicFrameChg chg="modGraphic">
          <ac:chgData name="Naimish Vadodariya" userId="d2e325c0593a319e" providerId="LiveId" clId="{0F675715-7BC5-419F-A852-9E939943AA9D}" dt="2023-01-16T02:39:50.657" v="63" actId="207"/>
          <ac:graphicFrameMkLst>
            <pc:docMk/>
            <pc:sldMk cId="4255081710" sldId="329"/>
            <ac:graphicFrameMk id="11" creationId="{26B864CA-85CD-4666-B9D1-870ED08B272C}"/>
          </ac:graphicFrameMkLst>
        </pc:graphicFrameChg>
        <pc:graphicFrameChg chg="mod modGraphic">
          <ac:chgData name="Naimish Vadodariya" userId="d2e325c0593a319e" providerId="LiveId" clId="{0F675715-7BC5-419F-A852-9E939943AA9D}" dt="2023-01-16T02:38:58.066" v="34" actId="122"/>
          <ac:graphicFrameMkLst>
            <pc:docMk/>
            <pc:sldMk cId="4255081710" sldId="329"/>
            <ac:graphicFrameMk id="12" creationId="{00000000-0000-0000-0000-000000000000}"/>
          </ac:graphicFrameMkLst>
        </pc:graphicFrameChg>
        <pc:graphicFrameChg chg="modGraphic">
          <ac:chgData name="Naimish Vadodariya" userId="d2e325c0593a319e" providerId="LiveId" clId="{0F675715-7BC5-419F-A852-9E939943AA9D}" dt="2023-01-16T02:39:03.477" v="41" actId="20577"/>
          <ac:graphicFrameMkLst>
            <pc:docMk/>
            <pc:sldMk cId="4255081710" sldId="329"/>
            <ac:graphicFrameMk id="13" creationId="{00000000-0000-0000-0000-000000000000}"/>
          </ac:graphicFrameMkLst>
        </pc:graphicFrameChg>
        <pc:graphicFrameChg chg="modGraphic">
          <ac:chgData name="Naimish Vadodariya" userId="d2e325c0593a319e" providerId="LiveId" clId="{0F675715-7BC5-419F-A852-9E939943AA9D}" dt="2023-01-16T02:39:16.060" v="61" actId="20577"/>
          <ac:graphicFrameMkLst>
            <pc:docMk/>
            <pc:sldMk cId="4255081710" sldId="329"/>
            <ac:graphicFrameMk id="20" creationId="{00000000-0000-0000-0000-000000000000}"/>
          </ac:graphicFrameMkLst>
        </pc:graphicFrameChg>
      </pc:sldChg>
      <pc:sldChg chg="del mod modShow">
        <pc:chgData name="Naimish Vadodariya" userId="d2e325c0593a319e" providerId="LiveId" clId="{0F675715-7BC5-419F-A852-9E939943AA9D}" dt="2023-01-23T02:53:29.424" v="403" actId="2696"/>
        <pc:sldMkLst>
          <pc:docMk/>
          <pc:sldMk cId="511572957" sldId="343"/>
        </pc:sldMkLst>
      </pc:sldChg>
      <pc:sldChg chg="del mod modShow">
        <pc:chgData name="Naimish Vadodariya" userId="d2e325c0593a319e" providerId="LiveId" clId="{0F675715-7BC5-419F-A852-9E939943AA9D}" dt="2023-01-23T02:53:29.424" v="403" actId="2696"/>
        <pc:sldMkLst>
          <pc:docMk/>
          <pc:sldMk cId="1940672176" sldId="344"/>
        </pc:sldMkLst>
      </pc:sldChg>
      <pc:sldChg chg="modSp modAnim">
        <pc:chgData name="Naimish Vadodariya" userId="d2e325c0593a319e" providerId="LiveId" clId="{0F675715-7BC5-419F-A852-9E939943AA9D}" dt="2023-01-23T02:54:32.340" v="519" actId="20577"/>
        <pc:sldMkLst>
          <pc:docMk/>
          <pc:sldMk cId="1610840491" sldId="346"/>
        </pc:sldMkLst>
        <pc:spChg chg="mod">
          <ac:chgData name="Naimish Vadodariya" userId="d2e325c0593a319e" providerId="LiveId" clId="{0F675715-7BC5-419F-A852-9E939943AA9D}" dt="2023-01-23T02:54:32.340" v="519" actId="20577"/>
          <ac:spMkLst>
            <pc:docMk/>
            <pc:sldMk cId="1610840491" sldId="346"/>
            <ac:spMk id="3" creationId="{00000000-0000-0000-0000-000000000000}"/>
          </ac:spMkLst>
        </pc:spChg>
      </pc:sldChg>
      <pc:sldChg chg="delSp modSp del mod delAnim modAnim modShow">
        <pc:chgData name="Naimish Vadodariya" userId="d2e325c0593a319e" providerId="LiveId" clId="{0F675715-7BC5-419F-A852-9E939943AA9D}" dt="2023-01-23T02:53:05.856" v="402" actId="2696"/>
        <pc:sldMkLst>
          <pc:docMk/>
          <pc:sldMk cId="2415440773" sldId="347"/>
        </pc:sldMkLst>
        <pc:spChg chg="mod">
          <ac:chgData name="Naimish Vadodariya" userId="d2e325c0593a319e" providerId="LiveId" clId="{0F675715-7BC5-419F-A852-9E939943AA9D}" dt="2023-01-17T04:26:33.506" v="99" actId="20577"/>
          <ac:spMkLst>
            <pc:docMk/>
            <pc:sldMk cId="2415440773" sldId="347"/>
            <ac:spMk id="4" creationId="{00000000-0000-0000-0000-000000000000}"/>
          </ac:spMkLst>
        </pc:spChg>
        <pc:spChg chg="mod">
          <ac:chgData name="Naimish Vadodariya" userId="d2e325c0593a319e" providerId="LiveId" clId="{0F675715-7BC5-419F-A852-9E939943AA9D}" dt="2023-01-16T02:33:33.523" v="13" actId="20577"/>
          <ac:spMkLst>
            <pc:docMk/>
            <pc:sldMk cId="2415440773" sldId="347"/>
            <ac:spMk id="5" creationId="{00000000-0000-0000-0000-000000000000}"/>
          </ac:spMkLst>
        </pc:spChg>
        <pc:spChg chg="del">
          <ac:chgData name="Naimish Vadodariya" userId="d2e325c0593a319e" providerId="LiveId" clId="{0F675715-7BC5-419F-A852-9E939943AA9D}" dt="2023-01-16T02:34:24.496" v="15" actId="478"/>
          <ac:spMkLst>
            <pc:docMk/>
            <pc:sldMk cId="2415440773" sldId="347"/>
            <ac:spMk id="8" creationId="{90D6FFB1-D346-4729-9A74-FDD274F5EE1F}"/>
          </ac:spMkLst>
        </pc:spChg>
        <pc:picChg chg="del">
          <ac:chgData name="Naimish Vadodariya" userId="d2e325c0593a319e" providerId="LiveId" clId="{0F675715-7BC5-419F-A852-9E939943AA9D}" dt="2023-01-16T02:34:25.657" v="16" actId="478"/>
          <ac:picMkLst>
            <pc:docMk/>
            <pc:sldMk cId="2415440773" sldId="347"/>
            <ac:picMk id="9" creationId="{FFB09E8D-2733-4603-8FB1-4EA7412348AF}"/>
          </ac:picMkLst>
        </pc:picChg>
      </pc:sldChg>
      <pc:sldChg chg="del">
        <pc:chgData name="Naimish Vadodariya" userId="d2e325c0593a319e" providerId="LiveId" clId="{0F675715-7BC5-419F-A852-9E939943AA9D}" dt="2023-01-16T02:34:31.958" v="17" actId="2696"/>
        <pc:sldMkLst>
          <pc:docMk/>
          <pc:sldMk cId="2295940979" sldId="348"/>
        </pc:sldMkLst>
      </pc:sldChg>
      <pc:sldChg chg="modSp">
        <pc:chgData name="Naimish Vadodariya" userId="d2e325c0593a319e" providerId="LiveId" clId="{0F675715-7BC5-419F-A852-9E939943AA9D}" dt="2023-01-17T04:30:08.628" v="121" actId="113"/>
        <pc:sldMkLst>
          <pc:docMk/>
          <pc:sldMk cId="3810644495" sldId="349"/>
        </pc:sldMkLst>
        <pc:spChg chg="mod">
          <ac:chgData name="Naimish Vadodariya" userId="d2e325c0593a319e" providerId="LiveId" clId="{0F675715-7BC5-419F-A852-9E939943AA9D}" dt="2023-01-17T04:30:08.628" v="121" actId="113"/>
          <ac:spMkLst>
            <pc:docMk/>
            <pc:sldMk cId="3810644495" sldId="349"/>
            <ac:spMk id="2" creationId="{2B726B6D-1F73-42F4-96C6-3F7914599F42}"/>
          </ac:spMkLst>
        </pc:spChg>
      </pc:sldChg>
      <pc:sldChg chg="modSp mod modAnim">
        <pc:chgData name="Naimish Vadodariya" userId="d2e325c0593a319e" providerId="LiveId" clId="{0F675715-7BC5-419F-A852-9E939943AA9D}" dt="2023-01-17T04:27:35.666" v="107"/>
        <pc:sldMkLst>
          <pc:docMk/>
          <pc:sldMk cId="3529687291" sldId="350"/>
        </pc:sldMkLst>
        <pc:spChg chg="mod">
          <ac:chgData name="Naimish Vadodariya" userId="d2e325c0593a319e" providerId="LiveId" clId="{0F675715-7BC5-419F-A852-9E939943AA9D}" dt="2023-01-17T04:27:21.345" v="106" actId="1076"/>
          <ac:spMkLst>
            <pc:docMk/>
            <pc:sldMk cId="3529687291" sldId="350"/>
            <ac:spMk id="5" creationId="{842FA836-6A14-48FE-A225-A5EB191D4ABF}"/>
          </ac:spMkLst>
        </pc:spChg>
        <pc:spChg chg="mod">
          <ac:chgData name="Naimish Vadodariya" userId="d2e325c0593a319e" providerId="LiveId" clId="{0F675715-7BC5-419F-A852-9E939943AA9D}" dt="2023-01-17T04:26:50.169" v="101" actId="1076"/>
          <ac:spMkLst>
            <pc:docMk/>
            <pc:sldMk cId="3529687291" sldId="350"/>
            <ac:spMk id="6" creationId="{32DC1E68-5507-4BCB-9226-DBF1BEFA7F82}"/>
          </ac:spMkLst>
        </pc:spChg>
        <pc:spChg chg="mod">
          <ac:chgData name="Naimish Vadodariya" userId="d2e325c0593a319e" providerId="LiveId" clId="{0F675715-7BC5-419F-A852-9E939943AA9D}" dt="2023-01-17T04:27:06.313" v="104" actId="1076"/>
          <ac:spMkLst>
            <pc:docMk/>
            <pc:sldMk cId="3529687291" sldId="350"/>
            <ac:spMk id="7" creationId="{D7F89C2C-D7F5-40EF-B1B0-41A9C8F24DB3}"/>
          </ac:spMkLst>
        </pc:spChg>
      </pc:sldChg>
      <pc:sldChg chg="modSp mod">
        <pc:chgData name="Naimish Vadodariya" userId="d2e325c0593a319e" providerId="LiveId" clId="{0F675715-7BC5-419F-A852-9E939943AA9D}" dt="2023-01-17T04:28:52.305" v="117" actId="207"/>
        <pc:sldMkLst>
          <pc:docMk/>
          <pc:sldMk cId="1545860125" sldId="351"/>
        </pc:sldMkLst>
        <pc:spChg chg="mod">
          <ac:chgData name="Naimish Vadodariya" userId="d2e325c0593a319e" providerId="LiveId" clId="{0F675715-7BC5-419F-A852-9E939943AA9D}" dt="2023-01-17T04:28:52.305" v="117" actId="207"/>
          <ac:spMkLst>
            <pc:docMk/>
            <pc:sldMk cId="1545860125" sldId="351"/>
            <ac:spMk id="2" creationId="{1E4F5685-B811-493F-A818-E0523FDDBF99}"/>
          </ac:spMkLst>
        </pc:spChg>
        <pc:spChg chg="mod">
          <ac:chgData name="Naimish Vadodariya" userId="d2e325c0593a319e" providerId="LiveId" clId="{0F675715-7BC5-419F-A852-9E939943AA9D}" dt="2023-01-17T04:27:56.242" v="111" actId="20577"/>
          <ac:spMkLst>
            <pc:docMk/>
            <pc:sldMk cId="1545860125" sldId="351"/>
            <ac:spMk id="3" creationId="{A9785437-4426-4472-9F94-FF24FA2FDCB5}"/>
          </ac:spMkLst>
        </pc:spChg>
      </pc:sldChg>
      <pc:sldChg chg="add mod modShow">
        <pc:chgData name="Naimish Vadodariya" userId="d2e325c0593a319e" providerId="LiveId" clId="{0F675715-7BC5-419F-A852-9E939943AA9D}" dt="2023-01-23T02:53:01.990" v="401" actId="729"/>
        <pc:sldMkLst>
          <pc:docMk/>
          <pc:sldMk cId="3675047237" sldId="352"/>
        </pc:sldMkLst>
      </pc:sldChg>
    </pc:docChg>
  </pc:docChgLst>
  <pc:docChgLst>
    <pc:chgData name="Naimish Vadodariya" userId="d2e325c0593a319e" providerId="LiveId" clId="{0C20591F-2EC1-4F3F-A659-EF792F057E2D}"/>
    <pc:docChg chg="custSel addSld modSld sldOrd modMainMaster">
      <pc:chgData name="Naimish Vadodariya" userId="d2e325c0593a319e" providerId="LiveId" clId="{0C20591F-2EC1-4F3F-A659-EF792F057E2D}" dt="2022-02-07T03:52:42.776" v="462" actId="20577"/>
      <pc:docMkLst>
        <pc:docMk/>
      </pc:docMkLst>
      <pc:sldChg chg="modSp ord modAnim">
        <pc:chgData name="Naimish Vadodariya" userId="d2e325c0593a319e" providerId="LiveId" clId="{0C20591F-2EC1-4F3F-A659-EF792F057E2D}" dt="2022-02-07T03:09:38.703" v="217"/>
        <pc:sldMkLst>
          <pc:docMk/>
          <pc:sldMk cId="4216305698" sldId="292"/>
        </pc:sldMkLst>
        <pc:spChg chg="mod">
          <ac:chgData name="Naimish Vadodariya" userId="d2e325c0593a319e" providerId="LiveId" clId="{0C20591F-2EC1-4F3F-A659-EF792F057E2D}" dt="2022-02-03T19:06:35.749" v="205" actId="2710"/>
          <ac:spMkLst>
            <pc:docMk/>
            <pc:sldMk cId="4216305698" sldId="292"/>
            <ac:spMk id="9" creationId="{BDA2F9A4-6988-4274-8384-12496EC9D59D}"/>
          </ac:spMkLst>
        </pc:spChg>
      </pc:sldChg>
      <pc:sldChg chg="modSp mod">
        <pc:chgData name="Naimish Vadodariya" userId="d2e325c0593a319e" providerId="LiveId" clId="{0C20591F-2EC1-4F3F-A659-EF792F057E2D}" dt="2022-02-03T18:58:45.015" v="128" actId="20577"/>
        <pc:sldMkLst>
          <pc:docMk/>
          <pc:sldMk cId="1600834761" sldId="309"/>
        </pc:sldMkLst>
        <pc:spChg chg="mod">
          <ac:chgData name="Naimish Vadodariya" userId="d2e325c0593a319e" providerId="LiveId" clId="{0C20591F-2EC1-4F3F-A659-EF792F057E2D}" dt="2022-02-03T18:58:37.003" v="118" actId="20577"/>
          <ac:spMkLst>
            <pc:docMk/>
            <pc:sldMk cId="1600834761" sldId="309"/>
            <ac:spMk id="10" creationId="{4F27F027-AAC9-4C88-B3AF-3C4A20BDDDA6}"/>
          </ac:spMkLst>
        </pc:spChg>
        <pc:spChg chg="mod">
          <ac:chgData name="Naimish Vadodariya" userId="d2e325c0593a319e" providerId="LiveId" clId="{0C20591F-2EC1-4F3F-A659-EF792F057E2D}" dt="2022-02-03T18:58:45.015" v="128" actId="20577"/>
          <ac:spMkLst>
            <pc:docMk/>
            <pc:sldMk cId="1600834761" sldId="309"/>
            <ac:spMk id="11" creationId="{59B646FF-BD32-4C5A-94AF-AC4347EADA2E}"/>
          </ac:spMkLst>
        </pc:spChg>
        <pc:spChg chg="mod">
          <ac:chgData name="Naimish Vadodariya" userId="d2e325c0593a319e" providerId="LiveId" clId="{0C20591F-2EC1-4F3F-A659-EF792F057E2D}" dt="2022-02-03T18:34:30.960" v="36" actId="20577"/>
          <ac:spMkLst>
            <pc:docMk/>
            <pc:sldMk cId="1600834761" sldId="309"/>
            <ac:spMk id="13" creationId="{89F5B5F8-350F-4941-B9DE-36BF8B014803}"/>
          </ac:spMkLst>
        </pc:spChg>
        <pc:spChg chg="mod">
          <ac:chgData name="Naimish Vadodariya" userId="d2e325c0593a319e" providerId="LiveId" clId="{0C20591F-2EC1-4F3F-A659-EF792F057E2D}" dt="2022-02-03T18:35:01.842" v="40" actId="20577"/>
          <ac:spMkLst>
            <pc:docMk/>
            <pc:sldMk cId="1600834761" sldId="309"/>
            <ac:spMk id="14" creationId="{E2AD8B6E-51EA-4A15-8752-4F221E5E02C5}"/>
          </ac:spMkLst>
        </pc:spChg>
        <pc:picChg chg="mod">
          <ac:chgData name="Naimish Vadodariya" userId="d2e325c0593a319e" providerId="LiveId" clId="{0C20591F-2EC1-4F3F-A659-EF792F057E2D}" dt="2022-02-03T18:39:34.188" v="72" actId="14826"/>
          <ac:picMkLst>
            <pc:docMk/>
            <pc:sldMk cId="1600834761" sldId="309"/>
            <ac:picMk id="2" creationId="{00000000-0000-0000-0000-000000000000}"/>
          </ac:picMkLst>
        </pc:picChg>
      </pc:sldChg>
      <pc:sldChg chg="modSp modAnim">
        <pc:chgData name="Naimish Vadodariya" userId="d2e325c0593a319e" providerId="LiveId" clId="{0C20591F-2EC1-4F3F-A659-EF792F057E2D}" dt="2022-02-07T03:11:03.441" v="229" actId="20577"/>
        <pc:sldMkLst>
          <pc:docMk/>
          <pc:sldMk cId="4119392232" sldId="311"/>
        </pc:sldMkLst>
        <pc:spChg chg="mod">
          <ac:chgData name="Naimish Vadodariya" userId="d2e325c0593a319e" providerId="LiveId" clId="{0C20591F-2EC1-4F3F-A659-EF792F057E2D}" dt="2022-02-07T03:11:03.441" v="229" actId="20577"/>
          <ac:spMkLst>
            <pc:docMk/>
            <pc:sldMk cId="4119392232" sldId="311"/>
            <ac:spMk id="5" creationId="{00000000-0000-0000-0000-000000000000}"/>
          </ac:spMkLst>
        </pc:spChg>
      </pc:sldChg>
      <pc:sldChg chg="modSp">
        <pc:chgData name="Naimish Vadodariya" userId="d2e325c0593a319e" providerId="LiveId" clId="{0C20591F-2EC1-4F3F-A659-EF792F057E2D}" dt="2022-02-07T03:15:29.968" v="230" actId="2710"/>
        <pc:sldMkLst>
          <pc:docMk/>
          <pc:sldMk cId="2063409194" sldId="312"/>
        </pc:sldMkLst>
        <pc:spChg chg="mod">
          <ac:chgData name="Naimish Vadodariya" userId="d2e325c0593a319e" providerId="LiveId" clId="{0C20591F-2EC1-4F3F-A659-EF792F057E2D}" dt="2022-02-07T03:15:29.968" v="230" actId="2710"/>
          <ac:spMkLst>
            <pc:docMk/>
            <pc:sldMk cId="2063409194" sldId="312"/>
            <ac:spMk id="3" creationId="{00000000-0000-0000-0000-000000000000}"/>
          </ac:spMkLst>
        </pc:spChg>
      </pc:sldChg>
      <pc:sldChg chg="modSp mod">
        <pc:chgData name="Naimish Vadodariya" userId="d2e325c0593a319e" providerId="LiveId" clId="{0C20591F-2EC1-4F3F-A659-EF792F057E2D}" dt="2022-02-03T19:05:15.553" v="202" actId="20577"/>
        <pc:sldMkLst>
          <pc:docMk/>
          <pc:sldMk cId="1453459561" sldId="345"/>
        </pc:sldMkLst>
        <pc:spChg chg="mod">
          <ac:chgData name="Naimish Vadodariya" userId="d2e325c0593a319e" providerId="LiveId" clId="{0C20591F-2EC1-4F3F-A659-EF792F057E2D}" dt="2022-02-03T19:04:40.975" v="143" actId="20577"/>
          <ac:spMkLst>
            <pc:docMk/>
            <pc:sldMk cId="1453459561" sldId="345"/>
            <ac:spMk id="27" creationId="{E2AD8B6E-51EA-4A15-8752-4F221E5E02C5}"/>
          </ac:spMkLst>
        </pc:spChg>
        <pc:spChg chg="mod">
          <ac:chgData name="Naimish Vadodariya" userId="d2e325c0593a319e" providerId="LiveId" clId="{0C20591F-2EC1-4F3F-A659-EF792F057E2D}" dt="2022-02-03T19:05:05.722" v="188" actId="20577"/>
          <ac:spMkLst>
            <pc:docMk/>
            <pc:sldMk cId="1453459561" sldId="345"/>
            <ac:spMk id="28" creationId="{4F27F027-AAC9-4C88-B3AF-3C4A20BDDDA6}"/>
          </ac:spMkLst>
        </pc:spChg>
        <pc:spChg chg="mod">
          <ac:chgData name="Naimish Vadodariya" userId="d2e325c0593a319e" providerId="LiveId" clId="{0C20591F-2EC1-4F3F-A659-EF792F057E2D}" dt="2022-02-03T19:05:15.553" v="202" actId="20577"/>
          <ac:spMkLst>
            <pc:docMk/>
            <pc:sldMk cId="1453459561" sldId="345"/>
            <ac:spMk id="29" creationId="{59B646FF-BD32-4C5A-94AF-AC4347EADA2E}"/>
          </ac:spMkLst>
        </pc:spChg>
        <pc:spChg chg="mod">
          <ac:chgData name="Naimish Vadodariya" userId="d2e325c0593a319e" providerId="LiveId" clId="{0C20591F-2EC1-4F3F-A659-EF792F057E2D}" dt="2022-02-03T19:04:57.276" v="169" actId="20577"/>
          <ac:spMkLst>
            <pc:docMk/>
            <pc:sldMk cId="1453459561" sldId="345"/>
            <ac:spMk id="31" creationId="{89F5B5F8-350F-4941-B9DE-36BF8B014803}"/>
          </ac:spMkLst>
        </pc:spChg>
        <pc:picChg chg="mod">
          <ac:chgData name="Naimish Vadodariya" userId="d2e325c0593a319e" providerId="LiveId" clId="{0C20591F-2EC1-4F3F-A659-EF792F057E2D}" dt="2022-02-03T19:04:46.880" v="144" actId="14826"/>
          <ac:picMkLst>
            <pc:docMk/>
            <pc:sldMk cId="1453459561" sldId="345"/>
            <ac:picMk id="32" creationId="{00000000-0000-0000-0000-000000000000}"/>
          </ac:picMkLst>
        </pc:picChg>
      </pc:sldChg>
      <pc:sldChg chg="addSp modSp add mod ord modAnim modShow">
        <pc:chgData name="Naimish Vadodariya" userId="d2e325c0593a319e" providerId="LiveId" clId="{0C20591F-2EC1-4F3F-A659-EF792F057E2D}" dt="2022-02-07T03:38:20.894" v="339" actId="729"/>
        <pc:sldMkLst>
          <pc:docMk/>
          <pc:sldMk cId="2415440773" sldId="347"/>
        </pc:sldMkLst>
        <pc:spChg chg="mod">
          <ac:chgData name="Naimish Vadodariya" userId="d2e325c0593a319e" providerId="LiveId" clId="{0C20591F-2EC1-4F3F-A659-EF792F057E2D}" dt="2022-02-07T02:56:48.227" v="207"/>
          <ac:spMkLst>
            <pc:docMk/>
            <pc:sldMk cId="2415440773" sldId="347"/>
            <ac:spMk id="4" creationId="{00000000-0000-0000-0000-000000000000}"/>
          </ac:spMkLst>
        </pc:spChg>
        <pc:spChg chg="mod">
          <ac:chgData name="Naimish Vadodariya" userId="d2e325c0593a319e" providerId="LiveId" clId="{0C20591F-2EC1-4F3F-A659-EF792F057E2D}" dt="2022-02-07T03:34:42.178" v="317" actId="14100"/>
          <ac:spMkLst>
            <pc:docMk/>
            <pc:sldMk cId="2415440773" sldId="347"/>
            <ac:spMk id="5" creationId="{00000000-0000-0000-0000-000000000000}"/>
          </ac:spMkLst>
        </pc:spChg>
        <pc:spChg chg="add mod">
          <ac:chgData name="Naimish Vadodariya" userId="d2e325c0593a319e" providerId="LiveId" clId="{0C20591F-2EC1-4F3F-A659-EF792F057E2D}" dt="2022-02-07T03:32:59.940" v="284" actId="1076"/>
          <ac:spMkLst>
            <pc:docMk/>
            <pc:sldMk cId="2415440773" sldId="347"/>
            <ac:spMk id="6" creationId="{01DD528B-5F66-48DB-9035-2D7126BF2615}"/>
          </ac:spMkLst>
        </pc:spChg>
        <pc:spChg chg="add mod">
          <ac:chgData name="Naimish Vadodariya" userId="d2e325c0593a319e" providerId="LiveId" clId="{0C20591F-2EC1-4F3F-A659-EF792F057E2D}" dt="2022-02-07T03:37:53.406" v="336" actId="207"/>
          <ac:spMkLst>
            <pc:docMk/>
            <pc:sldMk cId="2415440773" sldId="347"/>
            <ac:spMk id="8" creationId="{90D6FFB1-D346-4729-9A74-FDD274F5EE1F}"/>
          </ac:spMkLst>
        </pc:spChg>
        <pc:picChg chg="add mod">
          <ac:chgData name="Naimish Vadodariya" userId="d2e325c0593a319e" providerId="LiveId" clId="{0C20591F-2EC1-4F3F-A659-EF792F057E2D}" dt="2022-02-07T03:33:04.221" v="285" actId="1076"/>
          <ac:picMkLst>
            <pc:docMk/>
            <pc:sldMk cId="2415440773" sldId="347"/>
            <ac:picMk id="7" creationId="{A6EBFFAB-F535-4450-AEF2-9B28A6E9ECEB}"/>
          </ac:picMkLst>
        </pc:picChg>
        <pc:picChg chg="add mod">
          <ac:chgData name="Naimish Vadodariya" userId="d2e325c0593a319e" providerId="LiveId" clId="{0C20591F-2EC1-4F3F-A659-EF792F057E2D}" dt="2022-02-07T03:37:14.032" v="332" actId="1076"/>
          <ac:picMkLst>
            <pc:docMk/>
            <pc:sldMk cId="2415440773" sldId="347"/>
            <ac:picMk id="9" creationId="{FFB09E8D-2733-4603-8FB1-4EA7412348AF}"/>
          </ac:picMkLst>
        </pc:picChg>
      </pc:sldChg>
      <pc:sldChg chg="modSp add modAnim">
        <pc:chgData name="Naimish Vadodariya" userId="d2e325c0593a319e" providerId="LiveId" clId="{0C20591F-2EC1-4F3F-A659-EF792F057E2D}" dt="2022-02-07T03:38:59.994" v="353" actId="113"/>
        <pc:sldMkLst>
          <pc:docMk/>
          <pc:sldMk cId="2295940979" sldId="348"/>
        </pc:sldMkLst>
        <pc:spChg chg="mod">
          <ac:chgData name="Naimish Vadodariya" userId="d2e325c0593a319e" providerId="LiveId" clId="{0C20591F-2EC1-4F3F-A659-EF792F057E2D}" dt="2022-02-07T03:38:43.341" v="351" actId="20577"/>
          <ac:spMkLst>
            <pc:docMk/>
            <pc:sldMk cId="2295940979" sldId="348"/>
            <ac:spMk id="5" creationId="{00000000-0000-0000-0000-000000000000}"/>
          </ac:spMkLst>
        </pc:spChg>
        <pc:spChg chg="mod">
          <ac:chgData name="Naimish Vadodariya" userId="d2e325c0593a319e" providerId="LiveId" clId="{0C20591F-2EC1-4F3F-A659-EF792F057E2D}" dt="2022-02-07T03:38:59.994" v="353" actId="113"/>
          <ac:spMkLst>
            <pc:docMk/>
            <pc:sldMk cId="2295940979" sldId="348"/>
            <ac:spMk id="8" creationId="{90D6FFB1-D346-4729-9A74-FDD274F5EE1F}"/>
          </ac:spMkLst>
        </pc:spChg>
      </pc:sldChg>
      <pc:sldChg chg="modSp new mod modAnim">
        <pc:chgData name="Naimish Vadodariya" userId="d2e325c0593a319e" providerId="LiveId" clId="{0C20591F-2EC1-4F3F-A659-EF792F057E2D}" dt="2022-02-07T03:40:18.572" v="432" actId="403"/>
        <pc:sldMkLst>
          <pc:docMk/>
          <pc:sldMk cId="3810644495" sldId="349"/>
        </pc:sldMkLst>
        <pc:spChg chg="mod">
          <ac:chgData name="Naimish Vadodariya" userId="d2e325c0593a319e" providerId="LiveId" clId="{0C20591F-2EC1-4F3F-A659-EF792F057E2D}" dt="2022-02-07T03:40:18.572" v="432" actId="403"/>
          <ac:spMkLst>
            <pc:docMk/>
            <pc:sldMk cId="3810644495" sldId="349"/>
            <ac:spMk id="2" creationId="{2B726B6D-1F73-42F4-96C6-3F7914599F42}"/>
          </ac:spMkLst>
        </pc:spChg>
        <pc:spChg chg="mod">
          <ac:chgData name="Naimish Vadodariya" userId="d2e325c0593a319e" providerId="LiveId" clId="{0C20591F-2EC1-4F3F-A659-EF792F057E2D}" dt="2022-02-07T03:39:28.481" v="355"/>
          <ac:spMkLst>
            <pc:docMk/>
            <pc:sldMk cId="3810644495" sldId="349"/>
            <ac:spMk id="3" creationId="{E30B9B8C-EDDC-4E9D-B186-6846FAB63B95}"/>
          </ac:spMkLst>
        </pc:spChg>
      </pc:sldChg>
      <pc:sldChg chg="addSp delSp modSp new mod modAnim">
        <pc:chgData name="Naimish Vadodariya" userId="d2e325c0593a319e" providerId="LiveId" clId="{0C20591F-2EC1-4F3F-A659-EF792F057E2D}" dt="2022-02-07T03:42:54.219" v="452" actId="20577"/>
        <pc:sldMkLst>
          <pc:docMk/>
          <pc:sldMk cId="3529687291" sldId="350"/>
        </pc:sldMkLst>
        <pc:spChg chg="del">
          <ac:chgData name="Naimish Vadodariya" userId="d2e325c0593a319e" providerId="LiveId" clId="{0C20591F-2EC1-4F3F-A659-EF792F057E2D}" dt="2022-02-07T03:41:58.806" v="435" actId="478"/>
          <ac:spMkLst>
            <pc:docMk/>
            <pc:sldMk cId="3529687291" sldId="350"/>
            <ac:spMk id="2" creationId="{3CE78EB3-D184-427F-9A6D-EAD246365C03}"/>
          </ac:spMkLst>
        </pc:spChg>
        <pc:spChg chg="mod">
          <ac:chgData name="Naimish Vadodariya" userId="d2e325c0593a319e" providerId="LiveId" clId="{0C20591F-2EC1-4F3F-A659-EF792F057E2D}" dt="2022-02-07T03:42:45.237" v="445" actId="20577"/>
          <ac:spMkLst>
            <pc:docMk/>
            <pc:sldMk cId="3529687291" sldId="350"/>
            <ac:spMk id="3" creationId="{086640FB-F210-4131-9CC7-628E053BB00D}"/>
          </ac:spMkLst>
        </pc:spChg>
        <pc:spChg chg="add mod">
          <ac:chgData name="Naimish Vadodariya" userId="d2e325c0593a319e" providerId="LiveId" clId="{0C20591F-2EC1-4F3F-A659-EF792F057E2D}" dt="2022-02-07T03:42:27.999" v="437" actId="207"/>
          <ac:spMkLst>
            <pc:docMk/>
            <pc:sldMk cId="3529687291" sldId="350"/>
            <ac:spMk id="4" creationId="{F1AE22F0-4423-42AD-8EB4-B6A43DF87BB3}"/>
          </ac:spMkLst>
        </pc:spChg>
        <pc:spChg chg="add mod">
          <ac:chgData name="Naimish Vadodariya" userId="d2e325c0593a319e" providerId="LiveId" clId="{0C20591F-2EC1-4F3F-A659-EF792F057E2D}" dt="2022-02-07T03:42:16.175" v="436" actId="1076"/>
          <ac:spMkLst>
            <pc:docMk/>
            <pc:sldMk cId="3529687291" sldId="350"/>
            <ac:spMk id="5" creationId="{842FA836-6A14-48FE-A225-A5EB191D4ABF}"/>
          </ac:spMkLst>
        </pc:spChg>
        <pc:spChg chg="add mod">
          <ac:chgData name="Naimish Vadodariya" userId="d2e325c0593a319e" providerId="LiveId" clId="{0C20591F-2EC1-4F3F-A659-EF792F057E2D}" dt="2022-02-07T03:42:16.175" v="436" actId="1076"/>
          <ac:spMkLst>
            <pc:docMk/>
            <pc:sldMk cId="3529687291" sldId="350"/>
            <ac:spMk id="6" creationId="{32DC1E68-5507-4BCB-9226-DBF1BEFA7F82}"/>
          </ac:spMkLst>
        </pc:spChg>
        <pc:spChg chg="add mod">
          <ac:chgData name="Naimish Vadodariya" userId="d2e325c0593a319e" providerId="LiveId" clId="{0C20591F-2EC1-4F3F-A659-EF792F057E2D}" dt="2022-02-07T03:42:16.175" v="436" actId="1076"/>
          <ac:spMkLst>
            <pc:docMk/>
            <pc:sldMk cId="3529687291" sldId="350"/>
            <ac:spMk id="7" creationId="{D7F89C2C-D7F5-40EF-B1B0-41A9C8F24DB3}"/>
          </ac:spMkLst>
        </pc:spChg>
        <pc:graphicFrameChg chg="add mod modGraphic">
          <ac:chgData name="Naimish Vadodariya" userId="d2e325c0593a319e" providerId="LiveId" clId="{0C20591F-2EC1-4F3F-A659-EF792F057E2D}" dt="2022-02-07T03:42:54.219" v="452" actId="20577"/>
          <ac:graphicFrameMkLst>
            <pc:docMk/>
            <pc:sldMk cId="3529687291" sldId="350"/>
            <ac:graphicFrameMk id="8" creationId="{EFFFF619-0BDC-47B4-8FD7-E7939759593C}"/>
          </ac:graphicFrameMkLst>
        </pc:graphicFrameChg>
      </pc:sldChg>
      <pc:sldChg chg="addSp modSp new mod modAnim">
        <pc:chgData name="Naimish Vadodariya" userId="d2e325c0593a319e" providerId="LiveId" clId="{0C20591F-2EC1-4F3F-A659-EF792F057E2D}" dt="2022-02-07T03:52:42.776" v="462" actId="20577"/>
        <pc:sldMkLst>
          <pc:docMk/>
          <pc:sldMk cId="1545860125" sldId="351"/>
        </pc:sldMkLst>
        <pc:spChg chg="mod">
          <ac:chgData name="Naimish Vadodariya" userId="d2e325c0593a319e" providerId="LiveId" clId="{0C20591F-2EC1-4F3F-A659-EF792F057E2D}" dt="2022-02-07T03:52:04.479" v="454"/>
          <ac:spMkLst>
            <pc:docMk/>
            <pc:sldMk cId="1545860125" sldId="351"/>
            <ac:spMk id="2" creationId="{1E4F5685-B811-493F-A818-E0523FDDBF99}"/>
          </ac:spMkLst>
        </pc:spChg>
        <pc:spChg chg="mod">
          <ac:chgData name="Naimish Vadodariya" userId="d2e325c0593a319e" providerId="LiveId" clId="{0C20591F-2EC1-4F3F-A659-EF792F057E2D}" dt="2022-02-07T03:52:42.776" v="462" actId="20577"/>
          <ac:spMkLst>
            <pc:docMk/>
            <pc:sldMk cId="1545860125" sldId="351"/>
            <ac:spMk id="3" creationId="{A9785437-4426-4472-9F94-FF24FA2FDCB5}"/>
          </ac:spMkLst>
        </pc:spChg>
        <pc:spChg chg="add mod">
          <ac:chgData name="Naimish Vadodariya" userId="d2e325c0593a319e" providerId="LiveId" clId="{0C20591F-2EC1-4F3F-A659-EF792F057E2D}" dt="2022-02-07T03:52:11.308" v="455"/>
          <ac:spMkLst>
            <pc:docMk/>
            <pc:sldMk cId="1545860125" sldId="351"/>
            <ac:spMk id="4" creationId="{55BF4E5F-D46B-4F24-91D3-7763B4D1A242}"/>
          </ac:spMkLst>
        </pc:spChg>
      </pc:sldChg>
      <pc:sldMasterChg chg="modSldLayout">
        <pc:chgData name="Naimish Vadodariya" userId="d2e325c0593a319e" providerId="LiveId" clId="{0C20591F-2EC1-4F3F-A659-EF792F057E2D}" dt="2022-02-03T19:05:37.797" v="203" actId="20577"/>
        <pc:sldMasterMkLst>
          <pc:docMk/>
          <pc:sldMasterMk cId="791954662" sldId="2147483648"/>
        </pc:sldMasterMkLst>
        <pc:sldLayoutChg chg="addSp delSp modSp mod">
          <pc:chgData name="Naimish Vadodariya" userId="d2e325c0593a319e" providerId="LiveId" clId="{0C20591F-2EC1-4F3F-A659-EF792F057E2D}" dt="2022-02-03T18:58:13.179" v="99" actId="1076"/>
          <pc:sldLayoutMkLst>
            <pc:docMk/>
            <pc:sldMasterMk cId="791954662" sldId="2147483648"/>
            <pc:sldLayoutMk cId="2731625911" sldId="2147483679"/>
          </pc:sldLayoutMkLst>
          <pc:graphicFrameChg chg="add del mod">
            <ac:chgData name="Naimish Vadodariya" userId="d2e325c0593a319e" providerId="LiveId" clId="{0C20591F-2EC1-4F3F-A659-EF792F057E2D}" dt="2022-02-03T18:57:42.438" v="94"/>
            <ac:graphicFrameMkLst>
              <pc:docMk/>
              <pc:sldMasterMk cId="791954662" sldId="2147483648"/>
              <pc:sldLayoutMk cId="2731625911" sldId="2147483679"/>
              <ac:graphicFrameMk id="16" creationId="{D98F56AA-28E9-475F-A78A-977DCFE51EB6}"/>
            </ac:graphicFrameMkLst>
          </pc:graphicFrameChg>
          <pc:picChg chg="add del mod">
            <ac:chgData name="Naimish Vadodariya" userId="d2e325c0593a319e" providerId="LiveId" clId="{0C20591F-2EC1-4F3F-A659-EF792F057E2D}" dt="2022-02-03T18:41:26.595" v="75" actId="478"/>
            <ac:picMkLst>
              <pc:docMk/>
              <pc:sldMasterMk cId="791954662" sldId="2147483648"/>
              <pc:sldLayoutMk cId="2731625911" sldId="2147483679"/>
              <ac:picMk id="5" creationId="{A9B8EA20-A0DA-4C95-A4D4-89A59967F412}"/>
            </ac:picMkLst>
          </pc:picChg>
          <pc:picChg chg="add del mod">
            <ac:chgData name="Naimish Vadodariya" userId="d2e325c0593a319e" providerId="LiveId" clId="{0C20591F-2EC1-4F3F-A659-EF792F057E2D}" dt="2022-02-03T18:42:08.105" v="78" actId="478"/>
            <ac:picMkLst>
              <pc:docMk/>
              <pc:sldMasterMk cId="791954662" sldId="2147483648"/>
              <pc:sldLayoutMk cId="2731625911" sldId="2147483679"/>
              <ac:picMk id="7" creationId="{198A77F8-4EA6-478A-A12B-41DEB4618BCE}"/>
            </ac:picMkLst>
          </pc:picChg>
          <pc:picChg chg="add del mod">
            <ac:chgData name="Naimish Vadodariya" userId="d2e325c0593a319e" providerId="LiveId" clId="{0C20591F-2EC1-4F3F-A659-EF792F057E2D}" dt="2022-02-03T18:43:04.856" v="80" actId="478"/>
            <ac:picMkLst>
              <pc:docMk/>
              <pc:sldMasterMk cId="791954662" sldId="2147483648"/>
              <pc:sldLayoutMk cId="2731625911" sldId="2147483679"/>
              <ac:picMk id="9" creationId="{BF3B9BD1-6AC0-4231-AC24-02D73BE741DF}"/>
            </ac:picMkLst>
          </pc:picChg>
          <pc:picChg chg="add del mod">
            <ac:chgData name="Naimish Vadodariya" userId="d2e325c0593a319e" providerId="LiveId" clId="{0C20591F-2EC1-4F3F-A659-EF792F057E2D}" dt="2022-02-03T18:46:20.428" v="84" actId="478"/>
            <ac:picMkLst>
              <pc:docMk/>
              <pc:sldMasterMk cId="791954662" sldId="2147483648"/>
              <pc:sldLayoutMk cId="2731625911" sldId="2147483679"/>
              <ac:picMk id="11" creationId="{E2BAC4AE-352B-4DEE-9028-EF872B88D905}"/>
            </ac:picMkLst>
          </pc:picChg>
          <pc:picChg chg="add del mod">
            <ac:chgData name="Naimish Vadodariya" userId="d2e325c0593a319e" providerId="LiveId" clId="{0C20591F-2EC1-4F3F-A659-EF792F057E2D}" dt="2022-02-03T18:46:24.246" v="86" actId="478"/>
            <ac:picMkLst>
              <pc:docMk/>
              <pc:sldMasterMk cId="791954662" sldId="2147483648"/>
              <pc:sldLayoutMk cId="2731625911" sldId="2147483679"/>
              <ac:picMk id="13" creationId="{ED5C4C2E-18F6-4EE3-8DAF-88132FCD4849}"/>
            </ac:picMkLst>
          </pc:picChg>
          <pc:picChg chg="add del mod">
            <ac:chgData name="Naimish Vadodariya" userId="d2e325c0593a319e" providerId="LiveId" clId="{0C20591F-2EC1-4F3F-A659-EF792F057E2D}" dt="2022-02-03T18:51:48.261" v="92" actId="478"/>
            <ac:picMkLst>
              <pc:docMk/>
              <pc:sldMasterMk cId="791954662" sldId="2147483648"/>
              <pc:sldLayoutMk cId="2731625911" sldId="2147483679"/>
              <ac:picMk id="15" creationId="{744B266A-5C24-43B3-9C2B-02BFFB8449CD}"/>
            </ac:picMkLst>
          </pc:picChg>
          <pc:picChg chg="add mod">
            <ac:chgData name="Naimish Vadodariya" userId="d2e325c0593a319e" providerId="LiveId" clId="{0C20591F-2EC1-4F3F-A659-EF792F057E2D}" dt="2022-02-03T18:58:13.179" v="99" actId="1076"/>
            <ac:picMkLst>
              <pc:docMk/>
              <pc:sldMasterMk cId="791954662" sldId="2147483648"/>
              <pc:sldLayoutMk cId="2731625911" sldId="2147483679"/>
              <ac:picMk id="18" creationId="{79BE6AF3-7C05-4B7C-831E-038095D82C00}"/>
            </ac:picMkLst>
          </pc:picChg>
          <pc:picChg chg="del">
            <ac:chgData name="Naimish Vadodariya" userId="d2e325c0593a319e" providerId="LiveId" clId="{0C20591F-2EC1-4F3F-A659-EF792F057E2D}" dt="2022-02-03T18:35:24.654" v="41" actId="478"/>
            <ac:picMkLst>
              <pc:docMk/>
              <pc:sldMasterMk cId="791954662" sldId="2147483648"/>
              <pc:sldLayoutMk cId="2731625911" sldId="2147483679"/>
              <ac:picMk id="35" creationId="{00000000-0000-0000-0000-000000000000}"/>
            </ac:picMkLst>
          </pc:picChg>
        </pc:sldLayoutChg>
        <pc:sldLayoutChg chg="modSp mod">
          <pc:chgData name="Naimish Vadodariya" userId="d2e325c0593a319e" providerId="LiveId" clId="{0C20591F-2EC1-4F3F-A659-EF792F057E2D}" dt="2022-02-03T19:05:37.797" v="203" actId="20577"/>
          <pc:sldLayoutMkLst>
            <pc:docMk/>
            <pc:sldMasterMk cId="791954662" sldId="2147483648"/>
            <pc:sldLayoutMk cId="4202761244" sldId="2147483687"/>
          </pc:sldLayoutMkLst>
          <pc:spChg chg="mod">
            <ac:chgData name="Naimish Vadodariya" userId="d2e325c0593a319e" providerId="LiveId" clId="{0C20591F-2EC1-4F3F-A659-EF792F057E2D}" dt="2022-02-03T18:36:03.021" v="62" actId="20577"/>
            <ac:spMkLst>
              <pc:docMk/>
              <pc:sldMasterMk cId="791954662" sldId="2147483648"/>
              <pc:sldLayoutMk cId="4202761244" sldId="2147483687"/>
              <ac:spMk id="19" creationId="{CA463A36-7025-4394-9467-8A3EC3425B00}"/>
            </ac:spMkLst>
          </pc:spChg>
          <pc:spChg chg="mod">
            <ac:chgData name="Naimish Vadodariya" userId="d2e325c0593a319e" providerId="LiveId" clId="{0C20591F-2EC1-4F3F-A659-EF792F057E2D}" dt="2022-02-03T19:05:37.797" v="203" actId="20577"/>
            <ac:spMkLst>
              <pc:docMk/>
              <pc:sldMasterMk cId="791954662" sldId="2147483648"/>
              <pc:sldLayoutMk cId="4202761244" sldId="2147483687"/>
              <ac:spMk id="22" creationId="{BF2BE79E-EA17-4AB9-8CB5-714A52A6B2F5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microsoft.com/office/2007/relationships/hdphoto" Target="../media/hdphoto2.wdp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3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microsoft.com/office/2007/relationships/hdphoto" Target="../media/hdphoto3.wdp"/><Relationship Id="rId10" Type="http://schemas.openxmlformats.org/officeDocument/2006/relationships/image" Target="../media/image13.png"/><Relationship Id="rId4" Type="http://schemas.openxmlformats.org/officeDocument/2006/relationships/image" Target="../media/image14.png"/><Relationship Id="rId9" Type="http://schemas.openxmlformats.org/officeDocument/2006/relationships/image" Target="../media/image8.jpe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8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8.jpeg"/></Relationships>
</file>

<file path=ppt/slideLayouts/_rels/slideLayout18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9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20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2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2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6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19.jpeg"/></Relationships>
</file>

<file path=ppt/slideLayouts/_rels/slideLayout2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0677938" y="6350844"/>
            <a:ext cx="1339023" cy="407045"/>
            <a:chOff x="10721798" y="852808"/>
            <a:chExt cx="1339023" cy="407045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10150094" y="861192"/>
            <a:ext cx="1910727" cy="741362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Firoz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A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Sherasiya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21CS05101 (DBMS)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Introduction of DBMS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13118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Naimish R. Vadodariya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6561668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#2301CS412 (ASP.NET Core)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-4 </a:t>
            </a:r>
            <a:r>
              <a:rPr lang="en-US" sz="120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rPr>
              <a:t>Data Annotations, Validations, Model Binding &amp; Data Passing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131180" y="5712647"/>
            <a:ext cx="1910727" cy="741362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Firoz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A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Sherasiya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21CS05101(DBMS)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Introduction of DBMS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0677938" y="6350844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105840"/>
            <a:ext cx="1649043" cy="501287"/>
            <a:chOff x="10721798" y="852808"/>
            <a:chExt cx="1339023" cy="40704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27313" y="5993448"/>
            <a:ext cx="1649043" cy="501287"/>
            <a:chOff x="10721798" y="852808"/>
            <a:chExt cx="1339023" cy="40704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Darshan</a:t>
            </a:r>
            <a:r>
              <a:rPr lang="en-US" sz="1600" dirty="0"/>
              <a:t>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38" name="Hexagon 37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Box 38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41" name="Rectangle 40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8808333" y="87380"/>
            <a:ext cx="2592372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038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sp>
        <p:nvSpPr>
          <p:cNvPr id="41" name="Hexagon 40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extBox 41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43" name="Rectangle 42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47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Picture 48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59" name="Picture 58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8808333" y="87380"/>
            <a:ext cx="2592372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8279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8236872" y="194986"/>
            <a:ext cx="3313045" cy="128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8236872" y="194986"/>
            <a:ext cx="3313045" cy="128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8236872" y="194986"/>
            <a:ext cx="3313045" cy="128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8236872" y="194986"/>
            <a:ext cx="3313045" cy="128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4" descr="https://cdn5.vectorstock.com/i/1000x1000/21/59/dbms-database-management-system-computer-data-vector-8212159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94" t="9689" r="5315" b="18089"/>
          <a:stretch/>
        </p:blipFill>
        <p:spPr bwMode="auto">
          <a:xfrm>
            <a:off x="8407803" y="2089594"/>
            <a:ext cx="2880000" cy="2678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Darshan</a:t>
            </a:r>
            <a:r>
              <a:rPr lang="en-US" sz="1600" dirty="0"/>
              <a:t>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9BE6AF3-7C05-4B7C-831E-038095D82C00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7142" y="1374127"/>
            <a:ext cx="5794682" cy="333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8236872" y="194986"/>
            <a:ext cx="3313045" cy="128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8236872" y="194986"/>
            <a:ext cx="3313045" cy="128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8236872" y="194986"/>
            <a:ext cx="3313045" cy="128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8236872" y="194986"/>
            <a:ext cx="3313045" cy="128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4" name="Picture 33"/>
          <p:cNvPicPr>
            <a:picLocks noChangeAspect="1"/>
          </p:cNvPicPr>
          <p:nvPr userDrawn="1"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8236872" y="194986"/>
            <a:ext cx="3313045" cy="128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8236872" y="194986"/>
            <a:ext cx="3313045" cy="128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90" r:id="rId8"/>
    <p:sldLayoutId id="2147483673" r:id="rId9"/>
    <p:sldLayoutId id="2147483693" r:id="rId10"/>
    <p:sldLayoutId id="2147483692" r:id="rId11"/>
    <p:sldLayoutId id="2147483691" r:id="rId12"/>
    <p:sldLayoutId id="2147483674" r:id="rId13"/>
    <p:sldLayoutId id="2147483676" r:id="rId14"/>
    <p:sldLayoutId id="2147483677" r:id="rId15"/>
    <p:sldLayoutId id="2147483678" r:id="rId16"/>
    <p:sldLayoutId id="2147483679" r:id="rId17"/>
    <p:sldLayoutId id="2147483681" r:id="rId18"/>
    <p:sldLayoutId id="2147483683" r:id="rId19"/>
    <p:sldLayoutId id="2147483682" r:id="rId20"/>
    <p:sldLayoutId id="2147483684" r:id="rId21"/>
    <p:sldLayoutId id="2147483685" r:id="rId22"/>
    <p:sldLayoutId id="2147483686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3F305CB-DBE2-45D5-8D0B-92106F27C4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89" y="1122364"/>
            <a:ext cx="8522422" cy="2992436"/>
          </a:xfrm>
        </p:spPr>
        <p:txBody>
          <a:bodyPr/>
          <a:lstStyle/>
          <a:p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Unit-4</a:t>
            </a:r>
            <a:r>
              <a:rPr lang="en-US" dirty="0"/>
              <a:t> </a:t>
            </a:r>
            <a:br>
              <a:rPr lang="en-US" dirty="0"/>
            </a:br>
            <a:r>
              <a:rPr lang="en-US" sz="5400" dirty="0">
                <a:effectLst/>
              </a:rPr>
              <a:t>Data Annotations, Validations, Model Binding &amp; Data Passing</a:t>
            </a:r>
            <a:br>
              <a:rPr lang="en-US" b="0" dirty="0">
                <a:effectLst/>
              </a:rPr>
            </a:br>
            <a:br>
              <a:rPr lang="en-US" dirty="0"/>
            </a:br>
            <a:endParaRPr lang="en-US" dirty="0">
              <a:effectLst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F27F027-AAC9-4C88-B3AF-3C4A20BDDD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naimish.vadodariya@darshan.ac.in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9B646FF-BD32-4C5A-94AF-AC4347EADA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8866215253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15CF252-06A8-43C0-BB69-DA7109EA62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8" y="5537768"/>
            <a:ext cx="3840480" cy="290081"/>
          </a:xfrm>
        </p:spPr>
        <p:txBody>
          <a:bodyPr/>
          <a:lstStyle/>
          <a:p>
            <a:r>
              <a:rPr lang="en-US" dirty="0"/>
              <a:t>Computer Science &amp; Engineering Department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9F5B5F8-350F-4941-B9DE-36BF8B0148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Naimish R. Vadodariya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2AD8B6E-51EA-4A15-8752-4F221E5E02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/>
              <a:t>ASP.NET Core </a:t>
            </a:r>
          </a:p>
          <a:p>
            <a:r>
              <a:rPr lang="en-US" dirty="0"/>
              <a:t>#2301CS412</a:t>
            </a:r>
          </a:p>
        </p:txBody>
      </p:sp>
      <p:pic>
        <p:nvPicPr>
          <p:cNvPr id="2" name="Picture Placeholder 1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3569" y="5211251"/>
            <a:ext cx="1353599" cy="1353599"/>
          </a:xfrm>
        </p:spPr>
      </p:pic>
    </p:spTree>
    <p:extLst>
      <p:ext uri="{BB962C8B-B14F-4D97-AF65-F5344CB8AC3E}">
        <p14:creationId xmlns:p14="http://schemas.microsoft.com/office/powerpoint/2010/main" val="1600834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5063613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397907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2" y="731706"/>
            <a:ext cx="6126480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Outline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Validation/Data Annotations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Client Side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Server Side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Data Passing Techniques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ViewBag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ViewData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TempData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Model Binding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Default Model Binder 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IFormCollection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Interface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Bind Attribute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630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Validations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– 4.1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0E3DE6-41EA-129E-2F55-F8C89D0D69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8664" y="819150"/>
            <a:ext cx="4514850" cy="52197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40302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Validation?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we developed any type of application such as web, desktop or mobile app, in all applications one </a:t>
            </a:r>
            <a:r>
              <a:rPr lang="en-US" b="1" dirty="0">
                <a:solidFill>
                  <a:schemeClr val="accent6"/>
                </a:solidFill>
              </a:rPr>
              <a:t>key part of development is Data Validation &amp; Proper Navigation</a:t>
            </a:r>
            <a:r>
              <a:rPr lang="en-US" dirty="0"/>
              <a:t>.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chemeClr val="accent6"/>
                </a:solidFill>
              </a:rPr>
              <a:t>validations always ensure us that the data is accurate &amp; correct</a:t>
            </a:r>
            <a:r>
              <a:rPr lang="en-US" dirty="0"/>
              <a:t>, whenever in future if we want to analyze the data all necessary information comes to us in proper form of data.</a:t>
            </a:r>
          </a:p>
          <a:p>
            <a:r>
              <a:rPr lang="en-US" dirty="0"/>
              <a:t>Normally </a:t>
            </a:r>
            <a:r>
              <a:rPr lang="en-US" b="1" dirty="0">
                <a:solidFill>
                  <a:schemeClr val="accent6"/>
                </a:solidFill>
              </a:rPr>
              <a:t>users always fill the data with necessary information and submit it or select it</a:t>
            </a:r>
            <a:r>
              <a:rPr lang="en-US" dirty="0"/>
              <a:t>.</a:t>
            </a:r>
          </a:p>
          <a:p>
            <a:r>
              <a:rPr lang="en-US" dirty="0"/>
              <a:t>Still sometimes the user make few mistakes while filling or selecting data.</a:t>
            </a:r>
          </a:p>
          <a:p>
            <a:r>
              <a:rPr lang="en-US" dirty="0"/>
              <a:t>In this case, validations is required to ensure that the user always prompts with proper validation messages like..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The field First Name is required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Please enter valid Email Address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Please enter Age value between 1 to 110 </a:t>
            </a:r>
            <a:r>
              <a:rPr lang="en-US" dirty="0" err="1">
                <a:solidFill>
                  <a:schemeClr val="accent6"/>
                </a:solidFill>
              </a:rPr>
              <a:t>etc</a:t>
            </a:r>
            <a:endParaRPr lang="en-US" dirty="0">
              <a:solidFill>
                <a:schemeClr val="accent6"/>
              </a:solidFill>
            </a:endParaRPr>
          </a:p>
          <a:p>
            <a:pPr lvl="1"/>
            <a:r>
              <a:rPr lang="en-US" dirty="0">
                <a:solidFill>
                  <a:schemeClr val="accent6"/>
                </a:solidFill>
              </a:rPr>
              <a:t>Incorrect URL, enter valid URL</a:t>
            </a:r>
          </a:p>
          <a:p>
            <a:r>
              <a:rPr lang="en-US" dirty="0"/>
              <a:t>This type of message known as </a:t>
            </a:r>
            <a:r>
              <a:rPr lang="en-US" b="1" dirty="0">
                <a:solidFill>
                  <a:schemeClr val="accent6"/>
                </a:solidFill>
              </a:rPr>
              <a:t>user defined validations messages </a:t>
            </a:r>
            <a:r>
              <a:rPr lang="en-US" dirty="0"/>
              <a:t>to collect proper data.</a:t>
            </a:r>
          </a:p>
          <a:p>
            <a:pPr lvl="1"/>
            <a:endParaRPr lang="en-IN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1573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3A5A1-C620-F3CF-19D3-EAE73C99A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Are the Validations?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C94D0-4315-7E02-5DCB-91C9A8898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Validation is the </a:t>
            </a:r>
            <a:r>
              <a:rPr lang="en-US" b="1" dirty="0">
                <a:solidFill>
                  <a:schemeClr val="accent6"/>
                </a:solidFill>
              </a:rPr>
              <a:t>set of rules which we define on the input fields on the webform page</a:t>
            </a:r>
            <a:r>
              <a:rPr lang="en-US" dirty="0"/>
              <a:t>. </a:t>
            </a:r>
          </a:p>
          <a:p>
            <a:r>
              <a:rPr lang="en-US" dirty="0"/>
              <a:t>When user fills the data anywhere on web or mobile, applications must validate those data first weather it is correct or not, because nowadays too much dirty/noisy data on web (</a:t>
            </a:r>
            <a:r>
              <a:rPr lang="en-US" i="1" dirty="0"/>
              <a:t>Data Cleaning &amp; other techniques are required to clean those data</a:t>
            </a:r>
            <a:r>
              <a:rPr lang="en-US" dirty="0"/>
              <a:t>)</a:t>
            </a:r>
          </a:p>
          <a:p>
            <a:r>
              <a:rPr lang="en-US" dirty="0"/>
              <a:t>If it is correct, </a:t>
            </a:r>
            <a:r>
              <a:rPr lang="en-US" b="1" dirty="0">
                <a:solidFill>
                  <a:schemeClr val="accent6"/>
                </a:solidFill>
              </a:rPr>
              <a:t>then application send those data to the server for processing in the database</a:t>
            </a:r>
            <a:r>
              <a:rPr lang="en-US" dirty="0"/>
              <a:t>. </a:t>
            </a:r>
          </a:p>
          <a:p>
            <a:r>
              <a:rPr lang="en-US" dirty="0"/>
              <a:t>If it not in correct format, </a:t>
            </a:r>
            <a:r>
              <a:rPr lang="en-US" b="1" dirty="0">
                <a:solidFill>
                  <a:schemeClr val="accent6"/>
                </a:solidFill>
              </a:rPr>
              <a:t>then it throws/displays an error messages providing necessary information about what are the corrections needs to be done by the user</a:t>
            </a:r>
            <a:r>
              <a:rPr lang="en-US" dirty="0"/>
              <a:t>.</a:t>
            </a:r>
          </a:p>
          <a:p>
            <a:r>
              <a:rPr lang="en-US" dirty="0"/>
              <a:t>We have certain types of validations which we can use as per the user requirements: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b="1" dirty="0">
                <a:solidFill>
                  <a:schemeClr val="accent6"/>
                </a:solidFill>
              </a:rPr>
              <a:t>Client-Side Validation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b="1" dirty="0">
                <a:solidFill>
                  <a:schemeClr val="accent6"/>
                </a:solidFill>
              </a:rPr>
              <a:t>Server-side Validation</a:t>
            </a:r>
          </a:p>
          <a:p>
            <a:endParaRPr lang="en-US" dirty="0"/>
          </a:p>
          <a:p>
            <a:pPr marL="369888" indent="-457200"/>
            <a:endParaRPr lang="en-US" dirty="0"/>
          </a:p>
          <a:p>
            <a:pPr marL="369888" indent="-45720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6557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Client Side Validation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Client-side validation in ASP.NET Core is essential for enhancing user experience by providing immediate feedback on form inputs.</a:t>
            </a:r>
          </a:p>
          <a:p>
            <a:r>
              <a:rPr lang="en-US" dirty="0"/>
              <a:t>For Client-Side Validation, Install Required Libraries: </a:t>
            </a:r>
          </a:p>
          <a:p>
            <a:pPr lvl="1"/>
            <a:r>
              <a:rPr lang="en-US" b="1" dirty="0">
                <a:solidFill>
                  <a:schemeClr val="accent6"/>
                </a:solidFill>
              </a:rPr>
              <a:t>jQuery</a:t>
            </a:r>
            <a:r>
              <a:rPr lang="en-US" dirty="0"/>
              <a:t> | </a:t>
            </a:r>
            <a:r>
              <a:rPr lang="en-IN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IN" sz="1600" b="1" dirty="0">
                <a:solidFill>
                  <a:srgbClr val="800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script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src</a:t>
            </a:r>
            <a:r>
              <a:rPr lang="en-IN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="~/lib/</a:t>
            </a:r>
            <a:r>
              <a:rPr lang="en-IN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jquery</a:t>
            </a:r>
            <a:r>
              <a:rPr lang="en-IN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en-IN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dist</a:t>
            </a:r>
            <a:r>
              <a:rPr lang="en-IN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/jquery.min.js"&gt;&lt;/</a:t>
            </a:r>
            <a:r>
              <a:rPr lang="en-IN" sz="1600" b="1" dirty="0">
                <a:solidFill>
                  <a:srgbClr val="800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script</a:t>
            </a:r>
            <a:r>
              <a:rPr lang="en-IN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1600" dirty="0"/>
          </a:p>
          <a:p>
            <a:pPr lvl="1" algn="l"/>
            <a:r>
              <a:rPr lang="en-US" b="1" dirty="0" err="1">
                <a:solidFill>
                  <a:schemeClr val="accent6"/>
                </a:solidFill>
              </a:rPr>
              <a:t>jQuery.validate</a:t>
            </a:r>
            <a:r>
              <a:rPr lang="en-US" b="1" dirty="0">
                <a:solidFill>
                  <a:schemeClr val="accent6"/>
                </a:solidFill>
              </a:rPr>
              <a:t> </a:t>
            </a:r>
            <a:r>
              <a:rPr lang="en-US" dirty="0"/>
              <a:t>|</a:t>
            </a:r>
            <a:r>
              <a:rPr lang="en-US" b="1" dirty="0">
                <a:solidFill>
                  <a:schemeClr val="accent6"/>
                </a:solidFill>
              </a:rPr>
              <a:t> </a:t>
            </a:r>
            <a:r>
              <a:rPr lang="en-IN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IN" sz="1600" b="1" dirty="0">
                <a:solidFill>
                  <a:srgbClr val="800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script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src</a:t>
            </a:r>
            <a:r>
              <a:rPr lang="en-IN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="~/lib/</a:t>
            </a:r>
            <a:r>
              <a:rPr lang="en-IN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jquery</a:t>
            </a:r>
            <a:r>
              <a:rPr lang="en-IN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-validation/</a:t>
            </a:r>
            <a:r>
              <a:rPr lang="en-IN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dist</a:t>
            </a:r>
            <a:r>
              <a:rPr lang="en-IN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/jquery.validate.min.js"&gt;&lt;/</a:t>
            </a:r>
            <a:r>
              <a:rPr lang="en-IN" sz="1600" b="1" dirty="0">
                <a:solidFill>
                  <a:srgbClr val="800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script</a:t>
            </a:r>
            <a:r>
              <a:rPr lang="en-IN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1600" dirty="0"/>
          </a:p>
          <a:p>
            <a:pPr lvl="1" algn="l"/>
            <a:r>
              <a:rPr lang="en-US" b="1" dirty="0" err="1">
                <a:solidFill>
                  <a:schemeClr val="accent6"/>
                </a:solidFill>
              </a:rPr>
              <a:t>jQuery.validate.unobtrusive</a:t>
            </a:r>
            <a:r>
              <a:rPr lang="en-US" b="1" dirty="0">
                <a:solidFill>
                  <a:schemeClr val="accent6"/>
                </a:solidFill>
              </a:rPr>
              <a:t> </a:t>
            </a:r>
            <a:r>
              <a:rPr lang="en-US" dirty="0"/>
              <a:t>|</a:t>
            </a:r>
            <a:r>
              <a:rPr lang="en-US" b="1" dirty="0">
                <a:solidFill>
                  <a:schemeClr val="accent6"/>
                </a:solidFill>
              </a:rPr>
              <a:t> </a:t>
            </a:r>
            <a:r>
              <a:rPr lang="en-IN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IN" sz="1600" b="1" dirty="0">
                <a:solidFill>
                  <a:srgbClr val="800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script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src</a:t>
            </a:r>
            <a:r>
              <a:rPr lang="en-IN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="~/lib/</a:t>
            </a:r>
            <a:r>
              <a:rPr lang="en-IN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jquery</a:t>
            </a:r>
            <a:r>
              <a:rPr lang="en-IN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-validation-unobtrusive/jquery.validate.unobtrusive.min.js"&gt;&lt;/</a:t>
            </a:r>
            <a:r>
              <a:rPr lang="en-IN" sz="1600" b="1" dirty="0">
                <a:solidFill>
                  <a:srgbClr val="800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script</a:t>
            </a:r>
            <a:r>
              <a:rPr lang="en-IN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1600" dirty="0"/>
          </a:p>
          <a:p>
            <a:r>
              <a:rPr lang="en-US" dirty="0"/>
              <a:t>You can install these using the Library Manager or via CDN.</a:t>
            </a:r>
          </a:p>
          <a:p>
            <a:r>
              <a:rPr lang="en-US" dirty="0"/>
              <a:t>Add references to these libraries in your respective files like _</a:t>
            </a:r>
            <a:r>
              <a:rPr lang="en-US" dirty="0" err="1"/>
              <a:t>Layout.cshtml</a:t>
            </a:r>
            <a:r>
              <a:rPr lang="en-US" dirty="0"/>
              <a:t>, </a:t>
            </a:r>
            <a:r>
              <a:rPr lang="en-US" b="1" dirty="0">
                <a:solidFill>
                  <a:schemeClr val="accent6"/>
                </a:solidFill>
              </a:rPr>
              <a:t>_</a:t>
            </a:r>
            <a:r>
              <a:rPr lang="en-US" b="1" dirty="0" err="1">
                <a:solidFill>
                  <a:schemeClr val="accent6"/>
                </a:solidFill>
              </a:rPr>
              <a:t>ValidationScriptsPartial.cshtml</a:t>
            </a:r>
            <a:r>
              <a:rPr lang="en-US" b="1" dirty="0">
                <a:solidFill>
                  <a:schemeClr val="accent6"/>
                </a:solidFill>
              </a:rPr>
              <a:t> </a:t>
            </a:r>
            <a:r>
              <a:rPr lang="en-US" dirty="0"/>
              <a:t>or in a view whenever it is required.</a:t>
            </a:r>
          </a:p>
          <a:p>
            <a:endParaRPr lang="en-US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B5382F6-3E92-3DCC-0E10-11C0451719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1511182"/>
              </p:ext>
            </p:extLst>
          </p:nvPr>
        </p:nvGraphicFramePr>
        <p:xfrm>
          <a:off x="598311" y="4586110"/>
          <a:ext cx="11384845" cy="76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84845">
                  <a:extLst>
                    <a:ext uri="{9D8B030D-6E8A-4147-A177-3AD203B41FA5}">
                      <a16:colId xmlns:a16="http://schemas.microsoft.com/office/drawing/2014/main" val="25814584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jQuery.validate.unobtrusive</a:t>
                      </a:r>
                      <a:r>
                        <a:rPr lang="en-IN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4726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Unobstrusive</a:t>
                      </a:r>
                      <a:r>
                        <a:rPr lang="en-US" dirty="0"/>
                        <a:t> validation will add </a:t>
                      </a:r>
                      <a:r>
                        <a:rPr lang="en-US" sz="2000" b="1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data-</a:t>
                      </a:r>
                      <a:r>
                        <a:rPr lang="en-US" sz="2000" b="1" kern="1200" dirty="0" err="1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val</a:t>
                      </a:r>
                      <a:r>
                        <a:rPr lang="en-US" sz="2000" b="1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en-US" dirty="0"/>
                        <a:t>  attributes in the HTML, so you can read the validation even in the HTML source.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7146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7053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Annotations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Annotations in ASP.NET Core MVC are </a:t>
            </a:r>
            <a:r>
              <a:rPr lang="en-US" b="1" dirty="0">
                <a:solidFill>
                  <a:schemeClr val="accent6"/>
                </a:solidFill>
              </a:rPr>
              <a:t>attributes used to define metadata for model properties</a:t>
            </a:r>
            <a:r>
              <a:rPr lang="en-US" dirty="0"/>
              <a:t>. </a:t>
            </a:r>
          </a:p>
          <a:p>
            <a:r>
              <a:rPr lang="en-US" dirty="0"/>
              <a:t>They help to </a:t>
            </a:r>
            <a:r>
              <a:rPr lang="en-US" b="1" dirty="0">
                <a:solidFill>
                  <a:schemeClr val="accent6"/>
                </a:solidFill>
              </a:rPr>
              <a:t>enforce validation rules</a:t>
            </a:r>
            <a:r>
              <a:rPr lang="en-US" dirty="0"/>
              <a:t>, </a:t>
            </a:r>
            <a:r>
              <a:rPr lang="en-US" b="1" dirty="0">
                <a:solidFill>
                  <a:schemeClr val="accent6"/>
                </a:solidFill>
              </a:rPr>
              <a:t>define display formats</a:t>
            </a:r>
            <a:r>
              <a:rPr lang="en-US" dirty="0"/>
              <a:t>, and </a:t>
            </a:r>
            <a:r>
              <a:rPr lang="en-US" b="1" dirty="0">
                <a:solidFill>
                  <a:schemeClr val="accent6"/>
                </a:solidFill>
              </a:rPr>
              <a:t>control how data is presented and processed</a:t>
            </a:r>
            <a:r>
              <a:rPr lang="en-US" dirty="0"/>
              <a:t> in your application. </a:t>
            </a:r>
          </a:p>
          <a:p>
            <a:r>
              <a:rPr lang="en-US" dirty="0"/>
              <a:t>Data Annotations are part of the </a:t>
            </a:r>
            <a:r>
              <a:rPr lang="en-US" b="1" dirty="0" err="1">
                <a:solidFill>
                  <a:schemeClr val="accent6"/>
                </a:solidFill>
              </a:rPr>
              <a:t>System.ComponentModel.DataAnnotations</a:t>
            </a:r>
            <a:r>
              <a:rPr lang="en-US" b="1" dirty="0">
                <a:solidFill>
                  <a:schemeClr val="accent6"/>
                </a:solidFill>
              </a:rPr>
              <a:t> </a:t>
            </a:r>
            <a:r>
              <a:rPr lang="en-US" dirty="0"/>
              <a:t>namespace and are commonly used for model validation and UI rendering.</a:t>
            </a:r>
          </a:p>
          <a:p>
            <a:r>
              <a:rPr lang="en-US" dirty="0"/>
              <a:t>Here’s a breakdown of common Data Annotations and their usage in ASP.NET Core MVC:</a:t>
            </a:r>
          </a:p>
          <a:p>
            <a:pPr lvl="1"/>
            <a:r>
              <a:rPr lang="en-US" b="1" dirty="0"/>
              <a:t>Validation Annotations</a:t>
            </a:r>
          </a:p>
          <a:p>
            <a:pPr lvl="1"/>
            <a:r>
              <a:rPr lang="en-IN" b="1" dirty="0"/>
              <a:t>Display Annotations</a:t>
            </a:r>
          </a:p>
          <a:p>
            <a:pPr lvl="1"/>
            <a:r>
              <a:rPr lang="en-IN" b="1" dirty="0"/>
              <a:t>Scaffolding Annotations</a:t>
            </a:r>
          </a:p>
          <a:p>
            <a:pPr lvl="1"/>
            <a:r>
              <a:rPr lang="en-IN" b="1" dirty="0"/>
              <a:t>Custom Error Messages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152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Data Annotations </a:t>
            </a:r>
            <a:endParaRPr lang="en-IN" dirty="0"/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38780446"/>
              </p:ext>
            </p:extLst>
          </p:nvPr>
        </p:nvGraphicFramePr>
        <p:xfrm>
          <a:off x="262550" y="959672"/>
          <a:ext cx="11787611" cy="30175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081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65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algn="just"/>
                      <a:r>
                        <a:rPr lang="en-US" sz="2400" b="1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Validation Annotations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just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71875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Attribute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/>
                        <a:t>[</a:t>
                      </a:r>
                      <a:r>
                        <a:rPr lang="en-US" sz="1800" b="1" dirty="0">
                          <a:solidFill>
                            <a:schemeClr val="tx2"/>
                          </a:solidFill>
                        </a:rPr>
                        <a:t>Required</a:t>
                      </a:r>
                      <a:r>
                        <a:rPr lang="en-US" sz="1800" dirty="0"/>
                        <a:t>]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Ensures the property is not null or empty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/>
                        <a:t>[</a:t>
                      </a:r>
                      <a:r>
                        <a:rPr lang="en-US" sz="1800" b="1" dirty="0">
                          <a:solidFill>
                            <a:schemeClr val="tx2"/>
                          </a:solidFill>
                        </a:rPr>
                        <a:t>Range(</a:t>
                      </a:r>
                      <a:r>
                        <a:rPr lang="en-US" sz="1800" b="1" dirty="0" err="1">
                          <a:solidFill>
                            <a:schemeClr val="tx2"/>
                          </a:solidFill>
                        </a:rPr>
                        <a:t>min_val</a:t>
                      </a:r>
                      <a:r>
                        <a:rPr lang="en-US" sz="1800" b="1" dirty="0">
                          <a:solidFill>
                            <a:schemeClr val="tx2"/>
                          </a:solidFill>
                        </a:rPr>
                        <a:t>, </a:t>
                      </a:r>
                      <a:r>
                        <a:rPr lang="en-US" sz="1800" b="1" dirty="0" err="1">
                          <a:solidFill>
                            <a:schemeClr val="tx2"/>
                          </a:solidFill>
                        </a:rPr>
                        <a:t>max_val</a:t>
                      </a:r>
                      <a:r>
                        <a:rPr lang="en-US" sz="1800" b="1" dirty="0">
                          <a:solidFill>
                            <a:schemeClr val="tx2"/>
                          </a:solidFill>
                        </a:rPr>
                        <a:t>)</a:t>
                      </a:r>
                      <a:r>
                        <a:rPr lang="en-US" sz="1800" dirty="0"/>
                        <a:t>]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Specifies a range of values for numeric properties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just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en-IN" sz="1800" b="1" i="0" kern="1200" dirty="0" err="1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RegularExpression</a:t>
                      </a:r>
                      <a:r>
                        <a:rPr lang="en-IN" sz="1800" b="1" i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(regex)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endParaRPr lang="en-US" sz="18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Validates a property against a regular expression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393653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/>
                        <a:t>[</a:t>
                      </a:r>
                      <a:r>
                        <a:rPr lang="en-US" sz="1800" b="1" dirty="0" err="1">
                          <a:solidFill>
                            <a:schemeClr val="tx2"/>
                          </a:solidFill>
                        </a:rPr>
                        <a:t>StringLength</a:t>
                      </a:r>
                      <a:r>
                        <a:rPr lang="en-US" sz="1800" b="1" dirty="0">
                          <a:solidFill>
                            <a:schemeClr val="tx2"/>
                          </a:solidFill>
                        </a:rPr>
                        <a:t>(value)</a:t>
                      </a:r>
                      <a:r>
                        <a:rPr lang="en-US" sz="1800" dirty="0"/>
                        <a:t>]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Specifies the minimum and maximum length of a string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5550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/>
                        <a:t>[</a:t>
                      </a:r>
                      <a:r>
                        <a:rPr lang="en-US" sz="1800" b="1" dirty="0">
                          <a:solidFill>
                            <a:schemeClr val="tx2"/>
                          </a:solidFill>
                        </a:rPr>
                        <a:t>Compare</a:t>
                      </a:r>
                      <a:r>
                        <a:rPr lang="en-US" sz="1800" dirty="0"/>
                        <a:t>]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Compares two properties (e.g., password and confirm password)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428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/>
                        <a:t>[</a:t>
                      </a:r>
                      <a:r>
                        <a:rPr lang="en-US" sz="1800" b="1" dirty="0" err="1">
                          <a:solidFill>
                            <a:schemeClr val="tx2"/>
                          </a:solidFill>
                        </a:rPr>
                        <a:t>EmailAddress</a:t>
                      </a:r>
                      <a:r>
                        <a:rPr lang="en-US" sz="1800" dirty="0"/>
                        <a:t>]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Validates that the property is a valid email address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319221"/>
                  </a:ext>
                </a:extLst>
              </a:tr>
            </a:tbl>
          </a:graphicData>
        </a:graphic>
      </p:graphicFrame>
      <p:graphicFrame>
        <p:nvGraphicFramePr>
          <p:cNvPr id="3" name="Content Placeholder 4">
            <a:extLst>
              <a:ext uri="{FF2B5EF4-FFF2-40B4-BE49-F238E27FC236}">
                <a16:creationId xmlns:a16="http://schemas.microsoft.com/office/drawing/2014/main" id="{ABF7A995-1B04-62D8-60A2-4B12FFBB4C2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77076569"/>
              </p:ext>
            </p:extLst>
          </p:nvPr>
        </p:nvGraphicFramePr>
        <p:xfrm>
          <a:off x="262550" y="4030250"/>
          <a:ext cx="11787611" cy="1920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081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65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algn="just"/>
                      <a:r>
                        <a:rPr lang="en-US" sz="2400" b="1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Display Annotations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just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71875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Attribute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/>
                        <a:t>[</a:t>
                      </a:r>
                      <a:r>
                        <a:rPr lang="en-US" sz="1800" b="1" dirty="0">
                          <a:solidFill>
                            <a:schemeClr val="tx2"/>
                          </a:solidFill>
                        </a:rPr>
                        <a:t>Display</a:t>
                      </a:r>
                      <a:r>
                        <a:rPr lang="en-US" sz="1800" dirty="0"/>
                        <a:t>]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Specifies the display name for a property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/>
                        <a:t>[</a:t>
                      </a:r>
                      <a:r>
                        <a:rPr lang="en-US" sz="1800" b="1" dirty="0" err="1">
                          <a:solidFill>
                            <a:schemeClr val="tx2"/>
                          </a:solidFill>
                        </a:rPr>
                        <a:t>DisplayFormat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endParaRPr lang="en-US" sz="18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Defines how the data is formatted (e.g., date, currency)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just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en-IN" sz="1800" b="1" i="0" kern="1200" dirty="0" err="1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DataType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endParaRPr lang="en-US" sz="18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Specifies the type of data (e.g., Password, Date, Email)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3936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8477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41A28-B23E-E8AA-C9E6-ADC191816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B1917-39D0-9EE4-DB90-E0ACA5AFF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Data Annotations Cont.. </a:t>
            </a:r>
            <a:endParaRPr lang="en-IN" dirty="0"/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4BCB7D87-DD8D-B371-30E8-4FA7537333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3823953"/>
              </p:ext>
            </p:extLst>
          </p:nvPr>
        </p:nvGraphicFramePr>
        <p:xfrm>
          <a:off x="262550" y="959672"/>
          <a:ext cx="11787611" cy="1554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081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65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algn="just"/>
                      <a:r>
                        <a:rPr lang="en-US" sz="2400" b="1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Scaffolding Annotations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just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71875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Attribute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/>
                        <a:t>[</a:t>
                      </a:r>
                      <a:r>
                        <a:rPr lang="en-US" sz="1800" b="1" dirty="0" err="1">
                          <a:solidFill>
                            <a:schemeClr val="tx2"/>
                          </a:solidFill>
                        </a:rPr>
                        <a:t>HiddenInput</a:t>
                      </a:r>
                      <a:r>
                        <a:rPr lang="en-US" sz="1800" dirty="0"/>
                        <a:t>]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Renders the property as a hidden input field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/>
                        <a:t>[</a:t>
                      </a:r>
                      <a:r>
                        <a:rPr lang="en-US" sz="1800" b="1" dirty="0" err="1">
                          <a:solidFill>
                            <a:schemeClr val="tx2"/>
                          </a:solidFill>
                        </a:rPr>
                        <a:t>ScaffoldColumn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endParaRPr lang="en-US" sz="18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Determines whether the property should be included in scaffolding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" name="Content Placeholder 4">
            <a:extLst>
              <a:ext uri="{FF2B5EF4-FFF2-40B4-BE49-F238E27FC236}">
                <a16:creationId xmlns:a16="http://schemas.microsoft.com/office/drawing/2014/main" id="{96F7FC63-9EDB-4284-E82E-158DE5C4E4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25634116"/>
              </p:ext>
            </p:extLst>
          </p:nvPr>
        </p:nvGraphicFramePr>
        <p:xfrm>
          <a:off x="262550" y="2596561"/>
          <a:ext cx="11787611" cy="17678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71655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2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algn="just"/>
                      <a:r>
                        <a:rPr lang="en-US" sz="2400" b="1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Custom Error Messages</a:t>
                      </a:r>
                    </a:p>
                    <a:p>
                      <a:pPr algn="just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You can customize error messages for validation attributes</a:t>
                      </a:r>
                      <a:endParaRPr lang="en-US" sz="2400" b="0" kern="1200" dirty="0">
                        <a:solidFill>
                          <a:schemeClr val="accent6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just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71875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Example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[</a:t>
                      </a:r>
                      <a:r>
                        <a:rPr lang="en-US" sz="1600" dirty="0">
                          <a:solidFill>
                            <a:srgbClr val="2B91AF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Required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(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ErrorMessage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= </a:t>
                      </a:r>
                      <a:r>
                        <a:rPr lang="en-US" sz="1600" dirty="0">
                          <a:solidFill>
                            <a:srgbClr val="A31515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"This field is required"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)]</a:t>
                      </a:r>
                    </a:p>
                    <a:p>
                      <a:r>
                        <a:rPr lang="en-US" sz="1600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public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string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Name { </a:t>
                      </a:r>
                      <a:r>
                        <a:rPr lang="en-US" sz="1600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get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; </a:t>
                      </a:r>
                      <a:r>
                        <a:rPr lang="en-US" sz="1600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set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; }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It will display an error message like This field is required instead of in-built message.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3440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[Required]</a:t>
            </a:r>
          </a:p>
        </p:txBody>
      </p:sp>
      <p:sp>
        <p:nvSpPr>
          <p:cNvPr id="4" name="Rectangle 3"/>
          <p:cNvSpPr/>
          <p:nvPr/>
        </p:nvSpPr>
        <p:spPr>
          <a:xfrm>
            <a:off x="332509" y="908376"/>
            <a:ext cx="450272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en-IN" dirty="0">
                <a:solidFill>
                  <a:srgbClr val="2B91AF"/>
                </a:solidFill>
                <a:latin typeface="Cascadia Mono" panose="020B0609020000020004" pitchFamily="49" charset="0"/>
              </a:rPr>
              <a:t>Required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]</a:t>
            </a:r>
          </a:p>
          <a:p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Name {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  <a:endParaRPr lang="en-IN" dirty="0"/>
          </a:p>
        </p:txBody>
      </p:sp>
      <p:sp>
        <p:nvSpPr>
          <p:cNvPr id="5" name="Right Arrow 4"/>
          <p:cNvSpPr/>
          <p:nvPr/>
        </p:nvSpPr>
        <p:spPr>
          <a:xfrm>
            <a:off x="5431325" y="1150648"/>
            <a:ext cx="692727" cy="346457"/>
          </a:xfrm>
          <a:prstGeom prst="rightArrow">
            <a:avLst/>
          </a:prstGeom>
          <a:solidFill>
            <a:schemeClr val="accent6"/>
          </a:solidFill>
          <a:ln w="31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6263965" y="1125850"/>
            <a:ext cx="402225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+mj-lt"/>
              </a:rPr>
              <a:t>Empty        </a:t>
            </a:r>
            <a:r>
              <a:rPr lang="en-US" sz="2000" dirty="0">
                <a:solidFill>
                  <a:srgbClr val="DC3545"/>
                </a:solidFill>
                <a:latin typeface="+mj-lt"/>
              </a:rPr>
              <a:t>The Name field is required.</a:t>
            </a:r>
            <a:endParaRPr lang="en-IN" sz="2000" dirty="0">
              <a:latin typeface="+mj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32509" y="1744504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en-IN" dirty="0">
                <a:solidFill>
                  <a:srgbClr val="2B91AF"/>
                </a:solidFill>
                <a:latin typeface="Cascadia Mono" panose="020B0609020000020004" pitchFamily="49" charset="0"/>
              </a:rPr>
              <a:t>Required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]</a:t>
            </a:r>
          </a:p>
          <a:p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en-IN" dirty="0">
                <a:solidFill>
                  <a:srgbClr val="2B91AF"/>
                </a:solidFill>
                <a:latin typeface="Cascadia Mono" panose="020B0609020000020004" pitchFamily="49" charset="0"/>
              </a:rPr>
              <a:t>Display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(Name=</a:t>
            </a:r>
            <a:r>
              <a:rPr lang="en-IN" dirty="0">
                <a:solidFill>
                  <a:srgbClr val="A31515"/>
                </a:solidFill>
                <a:latin typeface="Cascadia Mono" panose="020B0609020000020004" pitchFamily="49" charset="0"/>
              </a:rPr>
              <a:t>"First Name"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)]</a:t>
            </a:r>
          </a:p>
          <a:p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Name {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6263965" y="2115213"/>
            <a:ext cx="453521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+mj-lt"/>
              </a:rPr>
              <a:t>Empty        </a:t>
            </a:r>
            <a:r>
              <a:rPr lang="en-US" sz="2000" dirty="0">
                <a:solidFill>
                  <a:srgbClr val="DC3545"/>
                </a:solidFill>
                <a:latin typeface="+mj-lt"/>
              </a:rPr>
              <a:t>The First Name field is required.</a:t>
            </a:r>
            <a:endParaRPr lang="en-IN" sz="2000" dirty="0">
              <a:latin typeface="+mj-lt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5417129" y="2141715"/>
            <a:ext cx="692727" cy="346457"/>
          </a:xfrm>
          <a:prstGeom prst="rightArrow">
            <a:avLst/>
          </a:prstGeom>
          <a:solidFill>
            <a:schemeClr val="accent6"/>
          </a:solidFill>
          <a:ln w="31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332509" y="2929972"/>
            <a:ext cx="630381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en-IN" dirty="0">
                <a:solidFill>
                  <a:srgbClr val="2B91AF"/>
                </a:solidFill>
                <a:latin typeface="Cascadia Mono" panose="020B0609020000020004" pitchFamily="49" charset="0"/>
              </a:rPr>
              <a:t>Required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dirty="0" err="1">
                <a:latin typeface="Cascadia Mono" panose="020B0609020000020004" pitchFamily="49" charset="0"/>
              </a:rPr>
              <a:t>ErrorMessage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=</a:t>
            </a:r>
            <a:r>
              <a:rPr lang="en-IN" dirty="0">
                <a:solidFill>
                  <a:srgbClr val="A31515"/>
                </a:solidFill>
                <a:latin typeface="Cascadia Mono" panose="020B0609020000020004" pitchFamily="49" charset="0"/>
              </a:rPr>
              <a:t>"Please Enter Name"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)]</a:t>
            </a:r>
          </a:p>
          <a:p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Name {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  <a:endParaRPr lang="en-IN" dirty="0"/>
          </a:p>
        </p:txBody>
      </p:sp>
      <p:sp>
        <p:nvSpPr>
          <p:cNvPr id="11" name="Right Arrow 10"/>
          <p:cNvSpPr/>
          <p:nvPr/>
        </p:nvSpPr>
        <p:spPr>
          <a:xfrm>
            <a:off x="6896163" y="2929972"/>
            <a:ext cx="692727" cy="346457"/>
          </a:xfrm>
          <a:prstGeom prst="rightArrow">
            <a:avLst/>
          </a:prstGeom>
          <a:solidFill>
            <a:schemeClr val="accent6"/>
          </a:solidFill>
          <a:ln w="31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7843683" y="2882469"/>
            <a:ext cx="31486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+mj-lt"/>
              </a:rPr>
              <a:t>Empty       </a:t>
            </a:r>
            <a:r>
              <a:rPr lang="en-IN" sz="2000" dirty="0">
                <a:solidFill>
                  <a:srgbClr val="DC3545"/>
                </a:solidFill>
                <a:latin typeface="+mj-lt"/>
              </a:rPr>
              <a:t>Please Enter Name</a:t>
            </a:r>
            <a:endParaRPr lang="en-IN" sz="2000" dirty="0">
              <a:latin typeface="+mj-lt"/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7096871" y="1341443"/>
            <a:ext cx="290636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7056336" y="2328066"/>
            <a:ext cx="290636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8626156" y="3079920"/>
            <a:ext cx="290636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9816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/>
      <p:bldP spid="7" grpId="0"/>
      <p:bldP spid="8" grpId="0"/>
      <p:bldP spid="9" grpId="0" animBg="1"/>
      <p:bldP spid="10" grpId="0"/>
      <p:bldP spid="11" grpId="0" animBg="1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[</a:t>
            </a:r>
            <a:r>
              <a:rPr lang="en-IN" dirty="0" err="1"/>
              <a:t>StringLength</a:t>
            </a:r>
            <a:r>
              <a:rPr lang="en-IN" dirty="0"/>
              <a:t>(value)] </a:t>
            </a:r>
          </a:p>
        </p:txBody>
      </p:sp>
      <p:sp>
        <p:nvSpPr>
          <p:cNvPr id="4" name="Rectangle 3"/>
          <p:cNvSpPr/>
          <p:nvPr/>
        </p:nvSpPr>
        <p:spPr>
          <a:xfrm>
            <a:off x="332507" y="910350"/>
            <a:ext cx="7010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en-IN" dirty="0" err="1">
                <a:solidFill>
                  <a:srgbClr val="2B91AF"/>
                </a:solidFill>
                <a:latin typeface="Cascadia Mono" panose="020B0609020000020004" pitchFamily="49" charset="0"/>
              </a:rPr>
              <a:t>StringLength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(10)]</a:t>
            </a:r>
          </a:p>
          <a:p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Mobile {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  <a:endParaRPr lang="en-IN" dirty="0"/>
          </a:p>
        </p:txBody>
      </p:sp>
      <p:sp>
        <p:nvSpPr>
          <p:cNvPr id="5" name="Right Arrow 4"/>
          <p:cNvSpPr/>
          <p:nvPr/>
        </p:nvSpPr>
        <p:spPr>
          <a:xfrm>
            <a:off x="5300740" y="1191946"/>
            <a:ext cx="692727" cy="346457"/>
          </a:xfrm>
          <a:prstGeom prst="rightArrow">
            <a:avLst/>
          </a:prstGeom>
          <a:solidFill>
            <a:schemeClr val="accent6"/>
          </a:solidFill>
          <a:ln w="31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6243375" y="1169071"/>
            <a:ext cx="45993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+mj-lt"/>
              </a:rPr>
              <a:t>It will allow user to enter max 10 characters</a:t>
            </a:r>
            <a:endParaRPr lang="en-IN" sz="2000" dirty="0">
              <a:latin typeface="+mj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190540" y="1917206"/>
            <a:ext cx="466895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+mj-lt"/>
              </a:rPr>
              <a:t>It will allow to enter max 10 characters</a:t>
            </a:r>
          </a:p>
          <a:p>
            <a:pPr algn="just"/>
            <a:r>
              <a:rPr lang="en-US" sz="2000" dirty="0">
                <a:solidFill>
                  <a:srgbClr val="DC3545"/>
                </a:solidFill>
                <a:latin typeface="+mj-lt"/>
              </a:rPr>
              <a:t>If field is empty then it will show error message Enter Mobile No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247904" y="2174864"/>
            <a:ext cx="692727" cy="346457"/>
          </a:xfrm>
          <a:prstGeom prst="rightArrow">
            <a:avLst/>
          </a:prstGeom>
          <a:solidFill>
            <a:schemeClr val="accent6"/>
          </a:solidFill>
          <a:ln w="31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332507" y="1827301"/>
            <a:ext cx="665438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en-IN" dirty="0">
                <a:solidFill>
                  <a:srgbClr val="2B91AF"/>
                </a:solidFill>
                <a:latin typeface="Cascadia Mono" panose="020B0609020000020004" pitchFamily="49" charset="0"/>
              </a:rPr>
              <a:t>Required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dirty="0" err="1">
                <a:latin typeface="Cascadia Mono" panose="020B0609020000020004" pitchFamily="49" charset="0"/>
              </a:rPr>
              <a:t>ErrorMessage</a:t>
            </a:r>
            <a:r>
              <a:rPr lang="en-IN" dirty="0">
                <a:latin typeface="Cascadia Mono" panose="020B0609020000020004" pitchFamily="49" charset="0"/>
              </a:rPr>
              <a:t> 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=</a:t>
            </a:r>
            <a:r>
              <a:rPr lang="en-IN" dirty="0">
                <a:solidFill>
                  <a:srgbClr val="A31515"/>
                </a:solidFill>
                <a:latin typeface="Cascadia Mono" panose="020B0609020000020004" pitchFamily="49" charset="0"/>
              </a:rPr>
              <a:t>"Enter Mobile No"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)]</a:t>
            </a:r>
          </a:p>
          <a:p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en-IN" dirty="0" err="1">
                <a:solidFill>
                  <a:srgbClr val="2B91AF"/>
                </a:solidFill>
                <a:latin typeface="Cascadia Mono" panose="020B0609020000020004" pitchFamily="49" charset="0"/>
              </a:rPr>
              <a:t>StringLength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(10)]</a:t>
            </a:r>
          </a:p>
          <a:p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Mobile {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  <a:endParaRPr lang="en-IN" dirty="0"/>
          </a:p>
        </p:txBody>
      </p:sp>
      <p:sp>
        <p:nvSpPr>
          <p:cNvPr id="14" name="Rectangle 13"/>
          <p:cNvSpPr/>
          <p:nvPr/>
        </p:nvSpPr>
        <p:spPr>
          <a:xfrm>
            <a:off x="332507" y="3115108"/>
            <a:ext cx="713509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en-US" dirty="0" err="1">
                <a:solidFill>
                  <a:srgbClr val="2B91AF"/>
                </a:solidFill>
                <a:latin typeface="Cascadia Mono" panose="020B0609020000020004" pitchFamily="49" charset="0"/>
              </a:rPr>
              <a:t>StringLength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(10,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MinimumLength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= 3, </a:t>
            </a:r>
          </a:p>
          <a:p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ErrorMessage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dirty="0">
                <a:solidFill>
                  <a:srgbClr val="A31515"/>
                </a:solidFill>
                <a:latin typeface="Cascadia Mono" panose="020B0609020000020004" pitchFamily="49" charset="0"/>
              </a:rPr>
              <a:t>"Minimum 3 characters are required"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)]</a:t>
            </a:r>
          </a:p>
          <a:p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Mobile {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  <a:endParaRPr lang="en-IN" dirty="0"/>
          </a:p>
        </p:txBody>
      </p:sp>
      <p:sp>
        <p:nvSpPr>
          <p:cNvPr id="15" name="Right Arrow 14"/>
          <p:cNvSpPr/>
          <p:nvPr/>
        </p:nvSpPr>
        <p:spPr>
          <a:xfrm>
            <a:off x="7005834" y="3751903"/>
            <a:ext cx="692727" cy="346457"/>
          </a:xfrm>
          <a:prstGeom prst="rightArrow">
            <a:avLst/>
          </a:prstGeom>
          <a:solidFill>
            <a:schemeClr val="accent6"/>
          </a:solidFill>
          <a:ln w="31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7771478" y="3115108"/>
            <a:ext cx="4229043" cy="22467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+mj-lt"/>
              </a:rPr>
              <a:t>It will allow to enter max 10 characters</a:t>
            </a:r>
          </a:p>
          <a:p>
            <a:r>
              <a:rPr lang="en-US" sz="2000" dirty="0">
                <a:latin typeface="+mj-lt"/>
              </a:rPr>
              <a:t>Here, we have defined MinumumLength </a:t>
            </a:r>
          </a:p>
          <a:p>
            <a:r>
              <a:rPr lang="en-US" sz="2000" dirty="0">
                <a:latin typeface="+mj-lt"/>
              </a:rPr>
              <a:t>property which will prompt user to enter</a:t>
            </a:r>
          </a:p>
          <a:p>
            <a:r>
              <a:rPr lang="en-US" sz="2000" dirty="0">
                <a:latin typeface="+mj-lt"/>
              </a:rPr>
              <a:t>minimum 3 characters.</a:t>
            </a:r>
          </a:p>
          <a:p>
            <a:r>
              <a:rPr lang="en-US" sz="2000" dirty="0">
                <a:latin typeface="+mj-lt"/>
              </a:rPr>
              <a:t>If anyone enters characters less than 3 </a:t>
            </a:r>
          </a:p>
          <a:p>
            <a:r>
              <a:rPr lang="en-US" sz="2000" dirty="0">
                <a:latin typeface="+mj-lt"/>
              </a:rPr>
              <a:t>then it will give error message </a:t>
            </a:r>
          </a:p>
          <a:p>
            <a:r>
              <a:rPr lang="en-US" sz="2000" dirty="0">
                <a:solidFill>
                  <a:srgbClr val="DC3545"/>
                </a:solidFill>
                <a:latin typeface="+mj-lt"/>
              </a:rPr>
              <a:t>Minimum 3 characters are required</a:t>
            </a:r>
          </a:p>
        </p:txBody>
      </p:sp>
    </p:spTree>
    <p:extLst>
      <p:ext uri="{BB962C8B-B14F-4D97-AF65-F5344CB8AC3E}">
        <p14:creationId xmlns:p14="http://schemas.microsoft.com/office/powerpoint/2010/main" val="3053212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/>
      <p:bldP spid="8" grpId="0"/>
      <p:bldP spid="9" grpId="0" animBg="1"/>
      <p:bldP spid="3" grpId="0"/>
      <p:bldP spid="14" grpId="0"/>
      <p:bldP spid="15" grpId="0" animBg="1"/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[Range(</a:t>
            </a:r>
            <a:r>
              <a:rPr lang="en-IN" dirty="0" err="1"/>
              <a:t>minvalue</a:t>
            </a:r>
            <a:r>
              <a:rPr lang="en-IN" dirty="0"/>
              <a:t>, </a:t>
            </a:r>
            <a:r>
              <a:rPr lang="en-IN" dirty="0" err="1"/>
              <a:t>maxvalue</a:t>
            </a:r>
            <a:r>
              <a:rPr lang="en-IN" dirty="0"/>
              <a:t>)]</a:t>
            </a:r>
          </a:p>
        </p:txBody>
      </p:sp>
      <p:sp>
        <p:nvSpPr>
          <p:cNvPr id="4" name="Rectangle 3"/>
          <p:cNvSpPr/>
          <p:nvPr/>
        </p:nvSpPr>
        <p:spPr>
          <a:xfrm>
            <a:off x="207817" y="2266222"/>
            <a:ext cx="806334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en-US" dirty="0">
                <a:solidFill>
                  <a:srgbClr val="2B91AF"/>
                </a:solidFill>
                <a:latin typeface="Cascadia Mono" panose="020B0609020000020004" pitchFamily="49" charset="0"/>
              </a:rPr>
              <a:t>Range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(1, 5,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ErrorMessage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dirty="0">
                <a:solidFill>
                  <a:srgbClr val="A31515"/>
                </a:solidFill>
                <a:latin typeface="Cascadia Mono" panose="020B0609020000020004" pitchFamily="49" charset="0"/>
              </a:rPr>
              <a:t>"Enter Range Between 1 to 5"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)]</a:t>
            </a:r>
          </a:p>
          <a:p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Rating {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207817" y="917841"/>
            <a:ext cx="479367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en-IN" dirty="0">
                <a:solidFill>
                  <a:srgbClr val="2B91AF"/>
                </a:solidFill>
                <a:latin typeface="Cascadia Mono" panose="020B0609020000020004" pitchFamily="49" charset="0"/>
              </a:rPr>
              <a:t>Range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(1, 5)]</a:t>
            </a:r>
          </a:p>
          <a:p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Rating {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  <a:endParaRPr lang="en-IN" dirty="0"/>
          </a:p>
        </p:txBody>
      </p:sp>
      <p:sp>
        <p:nvSpPr>
          <p:cNvPr id="6" name="Right Arrow 5"/>
          <p:cNvSpPr/>
          <p:nvPr/>
        </p:nvSpPr>
        <p:spPr>
          <a:xfrm>
            <a:off x="5170313" y="1067777"/>
            <a:ext cx="692727" cy="346457"/>
          </a:xfrm>
          <a:prstGeom prst="rightArrow">
            <a:avLst/>
          </a:prstGeom>
          <a:solidFill>
            <a:schemeClr val="accent6"/>
          </a:solidFill>
          <a:ln w="31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6079643" y="826992"/>
            <a:ext cx="547857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+mj-lt"/>
              </a:rPr>
              <a:t>Empty        </a:t>
            </a:r>
            <a:r>
              <a:rPr lang="en-US" sz="2000" dirty="0">
                <a:solidFill>
                  <a:srgbClr val="DC3545"/>
                </a:solidFill>
                <a:latin typeface="+mj-lt"/>
              </a:rPr>
              <a:t>The Rating field is required. </a:t>
            </a:r>
          </a:p>
          <a:p>
            <a:r>
              <a:rPr lang="en-US" sz="2000" dirty="0">
                <a:latin typeface="+mj-lt"/>
              </a:rPr>
              <a:t>Characters       </a:t>
            </a:r>
            <a:r>
              <a:rPr lang="en-US" sz="2000" dirty="0">
                <a:solidFill>
                  <a:srgbClr val="DC3545"/>
                </a:solidFill>
                <a:latin typeface="+mj-lt"/>
              </a:rPr>
              <a:t>The field Rating must be a number.</a:t>
            </a:r>
          </a:p>
          <a:p>
            <a:r>
              <a:rPr lang="en-US" sz="2000" dirty="0">
                <a:latin typeface="+mj-lt"/>
              </a:rPr>
              <a:t>Value outside range</a:t>
            </a:r>
            <a:r>
              <a:rPr lang="en-US" sz="2000" dirty="0">
                <a:solidFill>
                  <a:srgbClr val="DC3545"/>
                </a:solidFill>
                <a:latin typeface="+mj-lt"/>
              </a:rPr>
              <a:t>        The field Rating must be between 1 and 5.  </a:t>
            </a:r>
            <a:endParaRPr lang="en-IN" sz="2000" dirty="0">
              <a:latin typeface="+mj-lt"/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6902437" y="1067006"/>
            <a:ext cx="290636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7341642" y="1330939"/>
            <a:ext cx="290636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8254588" y="1649358"/>
            <a:ext cx="290636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8816956" y="2150431"/>
            <a:ext cx="295786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u="sng" dirty="0">
                <a:latin typeface="+mj-lt"/>
              </a:rPr>
              <a:t>Error Message:</a:t>
            </a:r>
          </a:p>
          <a:p>
            <a:r>
              <a:rPr lang="en-US" sz="2000" dirty="0">
                <a:solidFill>
                  <a:srgbClr val="DC3545"/>
                </a:solidFill>
                <a:latin typeface="+mj-lt"/>
              </a:rPr>
              <a:t>Enter Range Between 1 to 5</a:t>
            </a:r>
            <a:endParaRPr lang="en-IN" sz="2000" dirty="0">
              <a:latin typeface="+mj-lt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8126201" y="2375305"/>
            <a:ext cx="547409" cy="244860"/>
          </a:xfrm>
          <a:prstGeom prst="rightArrow">
            <a:avLst/>
          </a:prstGeom>
          <a:solidFill>
            <a:schemeClr val="accent6"/>
          </a:solidFill>
          <a:ln w="31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4268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/>
      <p:bldP spid="13" grpId="0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 fontAlgn="ctr">
              <a:spcBef>
                <a:spcPts val="0"/>
              </a:spcBef>
            </a:pPr>
            <a:r>
              <a:rPr lang="en-IN" sz="3600" dirty="0">
                <a:solidFill>
                  <a:srgbClr val="212121"/>
                </a:solidFill>
                <a:latin typeface="Roboto Condensed" panose="02000000000000000000" pitchFamily="2" charset="0"/>
              </a:rPr>
              <a:t>[</a:t>
            </a:r>
            <a:r>
              <a:rPr lang="en-IN" sz="3600" dirty="0" err="1">
                <a:solidFill>
                  <a:srgbClr val="212121"/>
                </a:solidFill>
                <a:latin typeface="Roboto Condensed" panose="02000000000000000000" pitchFamily="2" charset="0"/>
              </a:rPr>
              <a:t>RegularExpression</a:t>
            </a:r>
            <a:r>
              <a:rPr lang="en-IN" sz="3600" dirty="0">
                <a:solidFill>
                  <a:srgbClr val="212121"/>
                </a:solidFill>
                <a:latin typeface="Roboto Condensed" panose="02000000000000000000" pitchFamily="2" charset="0"/>
              </a:rPr>
              <a:t>(regex)]</a:t>
            </a:r>
            <a:endParaRPr lang="en-IN" sz="3200" b="0" dirty="0"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05719" y="1111797"/>
            <a:ext cx="8854395" cy="671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en-IN" dirty="0" err="1">
                <a:solidFill>
                  <a:srgbClr val="2B91AF"/>
                </a:solidFill>
                <a:latin typeface="Cascadia Mono" panose="020B0609020000020004" pitchFamily="49" charset="0"/>
              </a:rPr>
              <a:t>RegularExpression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dirty="0">
                <a:solidFill>
                  <a:srgbClr val="A31515"/>
                </a:solidFill>
                <a:latin typeface="Cascadia Mono" panose="020B0609020000020004" pitchFamily="49" charset="0"/>
              </a:rPr>
              <a:t>"^[2-9]{1}[0-9]{3}\\s[0-9]{4}\\s[0-9]{4}$"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)]</a:t>
            </a:r>
          </a:p>
          <a:p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AadharCard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{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405719" y="1970039"/>
            <a:ext cx="11786281" cy="746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sz="2000" dirty="0">
                <a:latin typeface="+mj-lt"/>
              </a:rPr>
              <a:t>Empty        </a:t>
            </a:r>
            <a:r>
              <a:rPr lang="en-US" sz="2000" dirty="0">
                <a:solidFill>
                  <a:srgbClr val="DC3545"/>
                </a:solidFill>
                <a:latin typeface="+mj-lt"/>
              </a:rPr>
              <a:t>The </a:t>
            </a:r>
            <a:r>
              <a:rPr lang="en-US" sz="2000" dirty="0" err="1">
                <a:solidFill>
                  <a:srgbClr val="DC3545"/>
                </a:solidFill>
                <a:latin typeface="+mj-lt"/>
              </a:rPr>
              <a:t>AadharCard</a:t>
            </a:r>
            <a:r>
              <a:rPr lang="en-US" sz="2000" dirty="0">
                <a:solidFill>
                  <a:srgbClr val="DC3545"/>
                </a:solidFill>
                <a:latin typeface="+mj-lt"/>
              </a:rPr>
              <a:t> field is required</a:t>
            </a:r>
            <a:endParaRPr lang="en-US" sz="2000" u="sng" dirty="0">
              <a:latin typeface="+mj-lt"/>
            </a:endParaRPr>
          </a:p>
          <a:p>
            <a:r>
              <a:rPr lang="en-US" sz="2000" dirty="0">
                <a:latin typeface="+mj-lt"/>
              </a:rPr>
              <a:t>Invalid value        </a:t>
            </a:r>
            <a:r>
              <a:rPr lang="en-US" sz="2000" dirty="0">
                <a:solidFill>
                  <a:srgbClr val="DC3545"/>
                </a:solidFill>
                <a:latin typeface="+mj-lt"/>
              </a:rPr>
              <a:t>The field </a:t>
            </a:r>
            <a:r>
              <a:rPr lang="en-US" sz="2000" dirty="0" err="1">
                <a:solidFill>
                  <a:srgbClr val="DC3545"/>
                </a:solidFill>
                <a:latin typeface="+mj-lt"/>
              </a:rPr>
              <a:t>AadharCard</a:t>
            </a:r>
            <a:r>
              <a:rPr lang="en-US" sz="2000" dirty="0">
                <a:solidFill>
                  <a:srgbClr val="DC3545"/>
                </a:solidFill>
                <a:latin typeface="+mj-lt"/>
              </a:rPr>
              <a:t> must match the regular expression '^[2-9]{1}[0-9]{3}\s[0-9]{4}\s[0-9]{4}$'.</a:t>
            </a:r>
            <a:endParaRPr lang="en-IN" sz="2000" dirty="0">
              <a:latin typeface="+mj-lt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1217455" y="2138593"/>
            <a:ext cx="290636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1892369" y="2494193"/>
            <a:ext cx="290636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05719" y="3134494"/>
            <a:ext cx="8506052" cy="9746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en-IN" dirty="0" err="1">
                <a:solidFill>
                  <a:srgbClr val="2B91AF"/>
                </a:solidFill>
                <a:latin typeface="Cascadia Mono" panose="020B0609020000020004" pitchFamily="49" charset="0"/>
              </a:rPr>
              <a:t>RegularExpression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dirty="0">
                <a:solidFill>
                  <a:srgbClr val="A31515"/>
                </a:solidFill>
                <a:latin typeface="Cascadia Mono" panose="020B0609020000020004" pitchFamily="49" charset="0"/>
              </a:rPr>
              <a:t>"^[2-9]{1}[0-9]{3}\\s[0-9]{4}\\s[0-9]{4}$"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pPr>
              <a:spcAft>
                <a:spcPts val="200"/>
              </a:spcAft>
            </a:pP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ErrorMessage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=</a:t>
            </a:r>
            <a:r>
              <a:rPr lang="en-IN" dirty="0">
                <a:solidFill>
                  <a:srgbClr val="A31515"/>
                </a:solidFill>
                <a:latin typeface="Cascadia Mono" panose="020B0609020000020004" pitchFamily="49" charset="0"/>
              </a:rPr>
              <a:t>"Invalid </a:t>
            </a:r>
            <a:r>
              <a:rPr lang="en-IN" dirty="0" err="1">
                <a:solidFill>
                  <a:srgbClr val="A31515"/>
                </a:solidFill>
                <a:latin typeface="Cascadia Mono" panose="020B0609020000020004" pitchFamily="49" charset="0"/>
              </a:rPr>
              <a:t>Aadhar</a:t>
            </a:r>
            <a:r>
              <a:rPr lang="en-IN" dirty="0">
                <a:solidFill>
                  <a:srgbClr val="A31515"/>
                </a:solidFill>
                <a:latin typeface="Cascadia Mono" panose="020B0609020000020004" pitchFamily="49" charset="0"/>
              </a:rPr>
              <a:t> Card No"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)]</a:t>
            </a:r>
          </a:p>
          <a:p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AadharCard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{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  <a:endParaRPr lang="en-IN" dirty="0"/>
          </a:p>
        </p:txBody>
      </p:sp>
      <p:sp>
        <p:nvSpPr>
          <p:cNvPr id="10" name="Rectangle 9"/>
          <p:cNvSpPr/>
          <p:nvPr/>
        </p:nvSpPr>
        <p:spPr>
          <a:xfrm>
            <a:off x="405719" y="4298949"/>
            <a:ext cx="251222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u="sng" dirty="0">
                <a:latin typeface="+mj-lt"/>
              </a:rPr>
              <a:t>Error Message</a:t>
            </a:r>
            <a:endParaRPr lang="en-IN" sz="2000" u="sng" dirty="0">
              <a:latin typeface="+mj-lt"/>
            </a:endParaRPr>
          </a:p>
          <a:p>
            <a:r>
              <a:rPr lang="en-IN" sz="2000" dirty="0">
                <a:solidFill>
                  <a:srgbClr val="DC3545"/>
                </a:solidFill>
                <a:latin typeface="+mj-lt"/>
              </a:rPr>
              <a:t>Invalid </a:t>
            </a:r>
            <a:r>
              <a:rPr lang="en-IN" sz="2000" dirty="0" err="1">
                <a:solidFill>
                  <a:srgbClr val="DC3545"/>
                </a:solidFill>
                <a:latin typeface="+mj-lt"/>
              </a:rPr>
              <a:t>Aadhar</a:t>
            </a:r>
            <a:r>
              <a:rPr lang="en-IN" sz="2000" dirty="0">
                <a:solidFill>
                  <a:srgbClr val="DC3545"/>
                </a:solidFill>
                <a:latin typeface="+mj-lt"/>
              </a:rPr>
              <a:t> Card No</a:t>
            </a:r>
            <a:endParaRPr lang="en-IN" sz="2000" dirty="0">
              <a:latin typeface="+mj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675086" y="3668007"/>
            <a:ext cx="6096000" cy="2554545"/>
          </a:xfrm>
          <a:prstGeom prst="rect">
            <a:avLst/>
          </a:prstGeom>
        </p:spPr>
        <p:txBody>
          <a:bodyPr>
            <a:spAutoFit/>
          </a:bodyPr>
          <a:lstStyle/>
          <a:p>
            <a:pPr lvl="1" fontAlgn="base"/>
            <a:r>
              <a:rPr lang="en-US" sz="1600" b="1" dirty="0">
                <a:solidFill>
                  <a:srgbClr val="FF0000"/>
                </a:solidFill>
              </a:rPr>
              <a:t>Understand Regular Expression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1600" b="1" dirty="0"/>
              <a:t>^</a:t>
            </a:r>
            <a:r>
              <a:rPr lang="en-US" sz="1600" dirty="0"/>
              <a:t> represents the starting of the string.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1600" b="1" dirty="0"/>
              <a:t>[2-9]{1}</a:t>
            </a:r>
            <a:r>
              <a:rPr lang="en-US" sz="1600" dirty="0"/>
              <a:t> represents the first digit should be any from 2-9.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1600" b="1" dirty="0"/>
              <a:t>[0-9]{3}</a:t>
            </a:r>
            <a:r>
              <a:rPr lang="en-US" sz="1600" dirty="0"/>
              <a:t> represents the next 3 digits after the first digit should be any digit from 0-9.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1600" b="1" dirty="0"/>
              <a:t>\\s</a:t>
            </a:r>
            <a:r>
              <a:rPr lang="en-US" sz="1600" dirty="0"/>
              <a:t> represents white space.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1600" b="1" dirty="0"/>
              <a:t>[0-9]{4}</a:t>
            </a:r>
            <a:r>
              <a:rPr lang="en-US" sz="1600" dirty="0"/>
              <a:t> represents the next 4 digits should be any from 0-9.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1600" b="1" dirty="0"/>
              <a:t>\\s</a:t>
            </a:r>
            <a:r>
              <a:rPr lang="en-US" sz="1600" dirty="0"/>
              <a:t> represents white space.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1600" b="1" dirty="0"/>
              <a:t>[0-9]{4}</a:t>
            </a:r>
            <a:r>
              <a:rPr lang="en-US" sz="1600" dirty="0"/>
              <a:t> represents the next 4 digits should be any from 0-9.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1600" b="1" dirty="0"/>
              <a:t>$</a:t>
            </a:r>
            <a:r>
              <a:rPr lang="en-US" sz="1600" dirty="0"/>
              <a:t> represents the ending of the string.</a:t>
            </a:r>
            <a:endParaRPr lang="en-US" sz="1600" b="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90344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/>
      <p:bldP spid="10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[</a:t>
            </a:r>
            <a:r>
              <a:rPr lang="en-IN" dirty="0" err="1"/>
              <a:t>MinLength</a:t>
            </a:r>
            <a:r>
              <a:rPr lang="en-IN" dirty="0"/>
              <a:t>(value)] &amp; [</a:t>
            </a:r>
            <a:r>
              <a:rPr lang="en-IN" dirty="0" err="1"/>
              <a:t>MaxLength</a:t>
            </a:r>
            <a:r>
              <a:rPr lang="en-IN" dirty="0"/>
              <a:t>(value)] </a:t>
            </a:r>
          </a:p>
        </p:txBody>
      </p:sp>
      <p:sp>
        <p:nvSpPr>
          <p:cNvPr id="5" name="Rectangle 4"/>
          <p:cNvSpPr/>
          <p:nvPr/>
        </p:nvSpPr>
        <p:spPr>
          <a:xfrm>
            <a:off x="269744" y="929180"/>
            <a:ext cx="518484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en-IN" dirty="0" err="1">
                <a:solidFill>
                  <a:srgbClr val="2B91AF"/>
                </a:solidFill>
                <a:latin typeface="Cascadia Mono" panose="020B0609020000020004" pitchFamily="49" charset="0"/>
              </a:rPr>
              <a:t>MinLength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(4)]</a:t>
            </a:r>
          </a:p>
          <a:p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LastName {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6216335" y="823225"/>
            <a:ext cx="4914509" cy="14388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300"/>
              </a:spcAft>
            </a:pPr>
            <a:r>
              <a:rPr lang="en-US" sz="2000" dirty="0">
                <a:latin typeface="+mj-lt"/>
              </a:rPr>
              <a:t>Empty        </a:t>
            </a:r>
            <a:r>
              <a:rPr lang="en-US" sz="2000" dirty="0">
                <a:solidFill>
                  <a:srgbClr val="DC3545"/>
                </a:solidFill>
                <a:latin typeface="+mj-lt"/>
              </a:rPr>
              <a:t>The LastName field is required</a:t>
            </a:r>
          </a:p>
          <a:p>
            <a:pPr algn="just">
              <a:spcAft>
                <a:spcPts val="300"/>
              </a:spcAft>
            </a:pPr>
            <a:r>
              <a:rPr lang="en-US" sz="2000" dirty="0">
                <a:latin typeface="+mj-lt"/>
              </a:rPr>
              <a:t>String Less than 4 characters        </a:t>
            </a:r>
            <a:r>
              <a:rPr lang="en-US" sz="2000" dirty="0">
                <a:solidFill>
                  <a:srgbClr val="DC3545"/>
                </a:solidFill>
                <a:latin typeface="+mj-lt"/>
              </a:rPr>
              <a:t>The field </a:t>
            </a:r>
          </a:p>
          <a:p>
            <a:pPr algn="just">
              <a:spcAft>
                <a:spcPts val="300"/>
              </a:spcAft>
            </a:pPr>
            <a:r>
              <a:rPr lang="en-US" sz="2000" dirty="0">
                <a:solidFill>
                  <a:srgbClr val="DC3545"/>
                </a:solidFill>
                <a:latin typeface="+mj-lt"/>
              </a:rPr>
              <a:t>LastName must be a string or array type with a </a:t>
            </a:r>
          </a:p>
          <a:p>
            <a:pPr algn="just">
              <a:spcAft>
                <a:spcPts val="300"/>
              </a:spcAft>
            </a:pPr>
            <a:r>
              <a:rPr lang="en-US" sz="2000" dirty="0">
                <a:solidFill>
                  <a:srgbClr val="DC3545"/>
                </a:solidFill>
                <a:latin typeface="+mj-lt"/>
              </a:rPr>
              <a:t>minimum length of '4'.</a:t>
            </a:r>
            <a:endParaRPr lang="en-US" sz="2000" u="sng" dirty="0">
              <a:latin typeface="+mj-lt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7052785" y="1011118"/>
            <a:ext cx="290636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ight Arrow 7"/>
          <p:cNvSpPr/>
          <p:nvPr/>
        </p:nvSpPr>
        <p:spPr>
          <a:xfrm>
            <a:off x="5403273" y="1220665"/>
            <a:ext cx="692727" cy="346457"/>
          </a:xfrm>
          <a:prstGeom prst="rightArrow">
            <a:avLst/>
          </a:prstGeom>
          <a:solidFill>
            <a:schemeClr val="accent6"/>
          </a:solidFill>
          <a:ln w="31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9312394" y="1379932"/>
            <a:ext cx="290636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69744" y="2465222"/>
            <a:ext cx="855149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en-IN" dirty="0" err="1">
                <a:solidFill>
                  <a:srgbClr val="2B91AF"/>
                </a:solidFill>
                <a:latin typeface="Cascadia Mono" panose="020B0609020000020004" pitchFamily="49" charset="0"/>
              </a:rPr>
              <a:t>MinLength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(4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ErrorMessage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dirty="0">
                <a:solidFill>
                  <a:srgbClr val="A31515"/>
                </a:solidFill>
                <a:latin typeface="Cascadia Mono" panose="020B0609020000020004" pitchFamily="49" charset="0"/>
              </a:rPr>
              <a:t>"Minimum 4 characters required"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)]</a:t>
            </a:r>
          </a:p>
          <a:p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LastName {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  <a:endParaRPr lang="en-IN" dirty="0"/>
          </a:p>
        </p:txBody>
      </p:sp>
      <p:sp>
        <p:nvSpPr>
          <p:cNvPr id="12" name="Rectangle 11"/>
          <p:cNvSpPr/>
          <p:nvPr/>
        </p:nvSpPr>
        <p:spPr>
          <a:xfrm>
            <a:off x="9457712" y="2507838"/>
            <a:ext cx="314689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IN" sz="2000" dirty="0">
                <a:solidFill>
                  <a:srgbClr val="DC3545"/>
                </a:solidFill>
                <a:latin typeface="+mj-lt"/>
              </a:rPr>
              <a:t>Minimum 4 characters required</a:t>
            </a:r>
            <a:endParaRPr lang="en-US" sz="2000" u="sng" dirty="0">
              <a:latin typeface="+mj-lt"/>
            </a:endParaRPr>
          </a:p>
        </p:txBody>
      </p:sp>
      <p:sp>
        <p:nvSpPr>
          <p:cNvPr id="3" name="Right Arrow 7">
            <a:extLst>
              <a:ext uri="{FF2B5EF4-FFF2-40B4-BE49-F238E27FC236}">
                <a16:creationId xmlns:a16="http://schemas.microsoft.com/office/drawing/2014/main" id="{929E8B16-784E-B686-30EB-0755265CDF5B}"/>
              </a:ext>
            </a:extLst>
          </p:cNvPr>
          <p:cNvSpPr/>
          <p:nvPr/>
        </p:nvSpPr>
        <p:spPr>
          <a:xfrm>
            <a:off x="8698745" y="2684565"/>
            <a:ext cx="692727" cy="346457"/>
          </a:xfrm>
          <a:prstGeom prst="rightArrow">
            <a:avLst/>
          </a:prstGeom>
          <a:solidFill>
            <a:schemeClr val="accent6"/>
          </a:solidFill>
          <a:ln w="31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6C801F-A2F5-0D93-C4CC-3EB06F035B0F}"/>
              </a:ext>
            </a:extLst>
          </p:cNvPr>
          <p:cNvSpPr txBox="1"/>
          <p:nvPr/>
        </p:nvSpPr>
        <p:spPr>
          <a:xfrm>
            <a:off x="269744" y="3901491"/>
            <a:ext cx="6197600" cy="95410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en-IN" sz="20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MaxLength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(4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ErrorMessage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dirty="0">
                <a:solidFill>
                  <a:srgbClr val="A31515"/>
                </a:solidFill>
                <a:latin typeface="Cascadia Mono" panose="020B0609020000020004" pitchFamily="49" charset="0"/>
              </a:rPr>
              <a:t>"Maximum 4 characters required"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)]</a:t>
            </a:r>
          </a:p>
          <a:p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LastName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{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1890B28-F087-0710-B771-881507DED35C}"/>
              </a:ext>
            </a:extLst>
          </p:cNvPr>
          <p:cNvSpPr/>
          <p:nvPr/>
        </p:nvSpPr>
        <p:spPr>
          <a:xfrm>
            <a:off x="6761326" y="3826979"/>
            <a:ext cx="436951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sz="2000" dirty="0">
                <a:latin typeface="+mj-lt"/>
              </a:rPr>
              <a:t>Here in this case error will not generate but </a:t>
            </a:r>
            <a:r>
              <a:rPr lang="en-US" sz="2000" dirty="0" err="1">
                <a:latin typeface="+mj-lt"/>
              </a:rPr>
              <a:t>MaxLength</a:t>
            </a:r>
            <a:r>
              <a:rPr lang="en-US" sz="2000" dirty="0">
                <a:latin typeface="+mj-lt"/>
              </a:rPr>
              <a:t> itself not allowed entry after 4</a:t>
            </a:r>
            <a:r>
              <a:rPr lang="en-US" sz="2000" baseline="30000" dirty="0">
                <a:latin typeface="+mj-lt"/>
              </a:rPr>
              <a:t>th</a:t>
            </a:r>
            <a:r>
              <a:rPr lang="en-US" sz="2000" dirty="0">
                <a:latin typeface="+mj-lt"/>
              </a:rPr>
              <a:t> </a:t>
            </a:r>
            <a:r>
              <a:rPr lang="en-IN" sz="2000" dirty="0">
                <a:latin typeface="+mj-lt"/>
              </a:rPr>
              <a:t>character</a:t>
            </a:r>
            <a:endParaRPr lang="en-US" sz="2000" dirty="0">
              <a:latin typeface="+mj-lt"/>
            </a:endParaRPr>
          </a:p>
        </p:txBody>
      </p:sp>
      <p:sp>
        <p:nvSpPr>
          <p:cNvPr id="14" name="Right Arrow 7">
            <a:extLst>
              <a:ext uri="{FF2B5EF4-FFF2-40B4-BE49-F238E27FC236}">
                <a16:creationId xmlns:a16="http://schemas.microsoft.com/office/drawing/2014/main" id="{3C22DF95-1AB8-F3B1-DD71-F3D96C1CE053}"/>
              </a:ext>
            </a:extLst>
          </p:cNvPr>
          <p:cNvSpPr/>
          <p:nvPr/>
        </p:nvSpPr>
        <p:spPr>
          <a:xfrm>
            <a:off x="5956244" y="4205315"/>
            <a:ext cx="692727" cy="346457"/>
          </a:xfrm>
          <a:prstGeom prst="rightArrow">
            <a:avLst/>
          </a:prstGeom>
          <a:solidFill>
            <a:schemeClr val="accent6"/>
          </a:solidFill>
          <a:ln w="31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008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 animBg="1"/>
      <p:bldP spid="11" grpId="0"/>
      <p:bldP spid="12" grpId="0"/>
      <p:bldP spid="3" grpId="0" animBg="1"/>
      <p:bldP spid="10" grpId="0" animBg="1"/>
      <p:bldP spid="13" grpId="0"/>
      <p:bldP spid="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[Compare]  </a:t>
            </a:r>
          </a:p>
        </p:txBody>
      </p:sp>
      <p:sp>
        <p:nvSpPr>
          <p:cNvPr id="5" name="Rectangle 4"/>
          <p:cNvSpPr/>
          <p:nvPr/>
        </p:nvSpPr>
        <p:spPr>
          <a:xfrm>
            <a:off x="237064" y="835932"/>
            <a:ext cx="56942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Password {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  <a:endParaRPr lang="en-IN" dirty="0"/>
          </a:p>
        </p:txBody>
      </p:sp>
      <p:sp>
        <p:nvSpPr>
          <p:cNvPr id="10" name="Rectangle 9"/>
          <p:cNvSpPr/>
          <p:nvPr/>
        </p:nvSpPr>
        <p:spPr>
          <a:xfrm>
            <a:off x="181645" y="1210988"/>
            <a:ext cx="84019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en-US" dirty="0">
                <a:solidFill>
                  <a:srgbClr val="2B91AF"/>
                </a:solidFill>
                <a:latin typeface="Cascadia Mono" panose="020B0609020000020004" pitchFamily="49" charset="0"/>
              </a:rPr>
              <a:t>Compare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ascadia Mono" panose="020B0609020000020004" pitchFamily="49" charset="0"/>
              </a:rPr>
              <a:t>“</a:t>
            </a:r>
            <a:r>
              <a:rPr lang="en-US" b="1" i="1" dirty="0">
                <a:solidFill>
                  <a:srgbClr val="A31515"/>
                </a:solidFill>
                <a:latin typeface="Cascadia Mono" panose="020B0609020000020004" pitchFamily="49" charset="0"/>
              </a:rPr>
              <a:t>Password</a:t>
            </a:r>
            <a:r>
              <a:rPr lang="en-US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ErrorMessage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=</a:t>
            </a:r>
            <a:r>
              <a:rPr lang="en-US" dirty="0">
                <a:solidFill>
                  <a:srgbClr val="A31515"/>
                </a:solidFill>
                <a:latin typeface="Cascadia Mono" panose="020B0609020000020004" pitchFamily="49" charset="0"/>
              </a:rPr>
              <a:t>“Password does not match"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)]</a:t>
            </a:r>
          </a:p>
          <a:p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ConfirmPassword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{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  <a:endParaRPr lang="en-IN" dirty="0"/>
          </a:p>
        </p:txBody>
      </p:sp>
      <p:sp>
        <p:nvSpPr>
          <p:cNvPr id="11" name="Right Arrow 10"/>
          <p:cNvSpPr/>
          <p:nvPr/>
        </p:nvSpPr>
        <p:spPr>
          <a:xfrm>
            <a:off x="8501235" y="1201362"/>
            <a:ext cx="692727" cy="346457"/>
          </a:xfrm>
          <a:prstGeom prst="rightArrow">
            <a:avLst/>
          </a:prstGeom>
          <a:solidFill>
            <a:schemeClr val="accent6"/>
          </a:solidFill>
          <a:ln w="31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9193962" y="1190326"/>
            <a:ext cx="25699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dirty="0">
                <a:solidFill>
                  <a:srgbClr val="DC3545"/>
                </a:solidFill>
                <a:latin typeface="+mj-lt"/>
              </a:rPr>
              <a:t>Password does not match</a:t>
            </a:r>
            <a:endParaRPr lang="en-US" u="sng" dirty="0">
              <a:latin typeface="+mj-lt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1390D9E-2A6D-B03D-86C3-CE8C0556A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482" y="2541772"/>
            <a:ext cx="10831689" cy="22964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2B524F1-55F1-CC52-341C-BDA644D34EC5}"/>
              </a:ext>
            </a:extLst>
          </p:cNvPr>
          <p:cNvSpPr txBox="1"/>
          <p:nvPr/>
        </p:nvSpPr>
        <p:spPr>
          <a:xfrm>
            <a:off x="237064" y="2172440"/>
            <a:ext cx="1467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</a:t>
            </a:r>
            <a:endParaRPr lang="en-IN" b="1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967CF1B-1CE8-0AE2-40B6-F6C86ACD2E2B}"/>
              </a:ext>
            </a:extLst>
          </p:cNvPr>
          <p:cNvCxnSpPr>
            <a:cxnSpLocks/>
          </p:cNvCxnSpPr>
          <p:nvPr/>
        </p:nvCxnSpPr>
        <p:spPr>
          <a:xfrm>
            <a:off x="292482" y="2172777"/>
            <a:ext cx="10831689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2988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1" grpId="0" animBg="1"/>
      <p:bldP spid="12" grpId="0"/>
      <p:bldP spid="1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[</a:t>
            </a:r>
            <a:r>
              <a:rPr lang="en-IN" dirty="0" err="1"/>
              <a:t>EmailAddress</a:t>
            </a:r>
            <a:r>
              <a:rPr lang="en-IN" dirty="0"/>
              <a:t>]</a:t>
            </a:r>
          </a:p>
        </p:txBody>
      </p:sp>
      <p:sp>
        <p:nvSpPr>
          <p:cNvPr id="4" name="Rectangle 3"/>
          <p:cNvSpPr/>
          <p:nvPr/>
        </p:nvSpPr>
        <p:spPr>
          <a:xfrm>
            <a:off x="300717" y="97196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en-IN" dirty="0" err="1">
                <a:solidFill>
                  <a:srgbClr val="2B91AF"/>
                </a:solidFill>
                <a:latin typeface="Cascadia Mono" panose="020B0609020000020004" pitchFamily="49" charset="0"/>
              </a:rPr>
              <a:t>EmailAddress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]</a:t>
            </a:r>
          </a:p>
          <a:p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Email {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  <a:endParaRPr lang="en-IN" dirty="0"/>
          </a:p>
        </p:txBody>
      </p:sp>
      <p:sp>
        <p:nvSpPr>
          <p:cNvPr id="5" name="Right Arrow 4"/>
          <p:cNvSpPr/>
          <p:nvPr/>
        </p:nvSpPr>
        <p:spPr>
          <a:xfrm>
            <a:off x="7392105" y="2609199"/>
            <a:ext cx="692727" cy="346457"/>
          </a:xfrm>
          <a:prstGeom prst="rightArrow">
            <a:avLst/>
          </a:prstGeom>
          <a:solidFill>
            <a:schemeClr val="accent6"/>
          </a:solidFill>
          <a:ln w="31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5937489" y="944094"/>
            <a:ext cx="5143500" cy="1054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sz="2000" dirty="0">
                <a:latin typeface="+mj-lt"/>
              </a:rPr>
              <a:t>Empty        </a:t>
            </a:r>
            <a:r>
              <a:rPr lang="en-US" sz="2000" dirty="0">
                <a:solidFill>
                  <a:srgbClr val="DC3545"/>
                </a:solidFill>
                <a:latin typeface="+mj-lt"/>
              </a:rPr>
              <a:t>The Email field is required.</a:t>
            </a:r>
          </a:p>
          <a:p>
            <a:pPr>
              <a:spcAft>
                <a:spcPts val="300"/>
              </a:spcAft>
            </a:pPr>
            <a:r>
              <a:rPr lang="en-US" sz="2000" dirty="0"/>
              <a:t>String does not match         </a:t>
            </a:r>
            <a:r>
              <a:rPr lang="en-US" sz="2000" dirty="0">
                <a:solidFill>
                  <a:srgbClr val="DC3545"/>
                </a:solidFill>
              </a:rPr>
              <a:t>The Email field is not a valid e-mail address</a:t>
            </a:r>
            <a:r>
              <a:rPr lang="en-US" sz="2000" dirty="0">
                <a:solidFill>
                  <a:srgbClr val="DC3545"/>
                </a:solidFill>
                <a:latin typeface="+mj-lt"/>
              </a:rPr>
              <a:t>.</a:t>
            </a:r>
            <a:endParaRPr lang="en-US" sz="2000" u="sng" dirty="0">
              <a:latin typeface="+mj-lt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6712112" y="1131987"/>
            <a:ext cx="290636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8345790" y="1467784"/>
            <a:ext cx="290636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00717" y="2246121"/>
            <a:ext cx="797044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en-US" dirty="0" err="1">
                <a:solidFill>
                  <a:srgbClr val="2B91AF"/>
                </a:solidFill>
                <a:latin typeface="Cascadia Mono" panose="020B0609020000020004" pitchFamily="49" charset="0"/>
              </a:rPr>
              <a:t>EmailAddress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ErrorMessage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=</a:t>
            </a:r>
            <a:r>
              <a:rPr lang="en-US" dirty="0">
                <a:solidFill>
                  <a:srgbClr val="A31515"/>
                </a:solidFill>
                <a:latin typeface="Cascadia Mono" panose="020B0609020000020004" pitchFamily="49" charset="0"/>
              </a:rPr>
              <a:t>"Please Enter Valid Email"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)]</a:t>
            </a:r>
          </a:p>
          <a:p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Email {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  <a:endParaRPr lang="en-IN" dirty="0"/>
          </a:p>
        </p:txBody>
      </p:sp>
      <p:sp>
        <p:nvSpPr>
          <p:cNvPr id="10" name="Right Arrow 9"/>
          <p:cNvSpPr/>
          <p:nvPr/>
        </p:nvSpPr>
        <p:spPr>
          <a:xfrm>
            <a:off x="5083725" y="1209510"/>
            <a:ext cx="692727" cy="346457"/>
          </a:xfrm>
          <a:prstGeom prst="rightArrow">
            <a:avLst/>
          </a:prstGeom>
          <a:solidFill>
            <a:schemeClr val="accent6"/>
          </a:solidFill>
          <a:ln w="31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8174573" y="2445297"/>
            <a:ext cx="378931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Invalid Email      </a:t>
            </a:r>
            <a:r>
              <a:rPr lang="en-IN" sz="2000" dirty="0">
                <a:solidFill>
                  <a:srgbClr val="DC3545"/>
                </a:solidFill>
                <a:latin typeface="+mj-lt"/>
              </a:rPr>
              <a:t>Please Enter Valid Email</a:t>
            </a:r>
            <a:endParaRPr lang="en-IN" sz="2000" dirty="0">
              <a:latin typeface="+mj-lt"/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9571981" y="2652641"/>
            <a:ext cx="290636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0620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/>
      <p:bldP spid="9" grpId="0"/>
      <p:bldP spid="10" grpId="0" animBg="1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Employee Model | [</a:t>
            </a:r>
            <a:r>
              <a:rPr lang="en-US" dirty="0" err="1"/>
              <a:t>EmployeeModel.cs</a:t>
            </a:r>
            <a:r>
              <a:rPr lang="en-US" dirty="0"/>
              <a:t>]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1801091" y="1014719"/>
            <a:ext cx="8589818" cy="50629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N" sz="17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7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7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IN" sz="17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700" dirty="0">
                <a:solidFill>
                  <a:srgbClr val="2B91AF"/>
                </a:solidFill>
                <a:latin typeface="Cascadia Mono" panose="020B0609020000020004" pitchFamily="49" charset="0"/>
              </a:rPr>
              <a:t>EmployeeModel</a:t>
            </a:r>
            <a:endParaRPr lang="en-IN" sz="17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7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endParaRPr lang="en-IN" sz="17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[</a:t>
            </a:r>
            <a:r>
              <a:rPr lang="en-IN" sz="1700" dirty="0">
                <a:solidFill>
                  <a:srgbClr val="2B91AF"/>
                </a:solidFill>
                <a:latin typeface="Cascadia Mono" panose="020B0609020000020004" pitchFamily="49" charset="0"/>
              </a:rPr>
              <a:t>Required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7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ErrorMessage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700" dirty="0">
                <a:solidFill>
                  <a:srgbClr val="A31515"/>
                </a:solidFill>
                <a:latin typeface="Cascadia Mono" panose="020B0609020000020004" pitchFamily="49" charset="0"/>
              </a:rPr>
              <a:t>"First Name is Required"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</a:rPr>
              <a:t>)]</a:t>
            </a:r>
          </a:p>
          <a:p>
            <a:r>
              <a:rPr lang="en-IN" sz="17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[</a:t>
            </a:r>
            <a:r>
              <a:rPr lang="en-IN" sz="1700" dirty="0">
                <a:solidFill>
                  <a:srgbClr val="2B91AF"/>
                </a:solidFill>
                <a:latin typeface="Cascadia Mono" panose="020B0609020000020004" pitchFamily="49" charset="0"/>
              </a:rPr>
              <a:t>Display</a:t>
            </a:r>
            <a:r>
              <a:rPr lang="en-IN" sz="1700" dirty="0">
                <a:solidFill>
                  <a:srgbClr val="000000"/>
                </a:solidFill>
                <a:latin typeface="Cascadia Mono" panose="020B0609020000020004" pitchFamily="49" charset="0"/>
              </a:rPr>
              <a:t>(Name = </a:t>
            </a:r>
            <a:r>
              <a:rPr lang="en-IN" sz="1700" dirty="0">
                <a:solidFill>
                  <a:srgbClr val="A31515"/>
                </a:solidFill>
                <a:latin typeface="Cascadia Mono" panose="020B0609020000020004" pitchFamily="49" charset="0"/>
              </a:rPr>
              <a:t>"First name"</a:t>
            </a:r>
            <a:r>
              <a:rPr lang="en-IN" sz="1700" dirty="0">
                <a:solidFill>
                  <a:srgbClr val="000000"/>
                </a:solidFill>
                <a:latin typeface="Cascadia Mono" panose="020B0609020000020004" pitchFamily="49" charset="0"/>
              </a:rPr>
              <a:t>)]</a:t>
            </a:r>
          </a:p>
          <a:p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7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7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FirstName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</a:rPr>
              <a:t> { </a:t>
            </a:r>
            <a:r>
              <a:rPr lang="en-US" sz="17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7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endParaRPr lang="en-IN" sz="17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7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[</a:t>
            </a:r>
            <a:r>
              <a:rPr lang="en-IN" sz="1700" dirty="0">
                <a:solidFill>
                  <a:srgbClr val="2B91AF"/>
                </a:solidFill>
                <a:latin typeface="Cascadia Mono" panose="020B0609020000020004" pitchFamily="49" charset="0"/>
              </a:rPr>
              <a:t>Required</a:t>
            </a:r>
            <a:r>
              <a:rPr lang="en-IN" sz="1700" dirty="0">
                <a:solidFill>
                  <a:srgbClr val="000000"/>
                </a:solidFill>
                <a:latin typeface="Cascadia Mono" panose="020B0609020000020004" pitchFamily="49" charset="0"/>
              </a:rPr>
              <a:t>]</a:t>
            </a:r>
          </a:p>
          <a:p>
            <a:r>
              <a:rPr lang="en-IN" sz="17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[</a:t>
            </a:r>
            <a:r>
              <a:rPr lang="en-IN" sz="1700" dirty="0">
                <a:solidFill>
                  <a:srgbClr val="2B91AF"/>
                </a:solidFill>
                <a:latin typeface="Cascadia Mono" panose="020B0609020000020004" pitchFamily="49" charset="0"/>
              </a:rPr>
              <a:t>Display</a:t>
            </a:r>
            <a:r>
              <a:rPr lang="en-IN" sz="1700" dirty="0">
                <a:solidFill>
                  <a:srgbClr val="000000"/>
                </a:solidFill>
                <a:latin typeface="Cascadia Mono" panose="020B0609020000020004" pitchFamily="49" charset="0"/>
              </a:rPr>
              <a:t>(Name = </a:t>
            </a:r>
            <a:r>
              <a:rPr lang="en-IN" sz="1700" dirty="0">
                <a:solidFill>
                  <a:srgbClr val="A31515"/>
                </a:solidFill>
                <a:latin typeface="Cascadia Mono" panose="020B0609020000020004" pitchFamily="49" charset="0"/>
              </a:rPr>
              <a:t>"Last Name"</a:t>
            </a:r>
            <a:r>
              <a:rPr lang="en-IN" sz="1700" dirty="0">
                <a:solidFill>
                  <a:srgbClr val="000000"/>
                </a:solidFill>
                <a:latin typeface="Cascadia Mono" panose="020B0609020000020004" pitchFamily="49" charset="0"/>
              </a:rPr>
              <a:t>)]</a:t>
            </a:r>
          </a:p>
          <a:p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7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7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LastName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</a:rPr>
              <a:t> { </a:t>
            </a:r>
            <a:r>
              <a:rPr lang="en-US" sz="17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7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endParaRPr lang="en-IN" sz="17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7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[</a:t>
            </a:r>
            <a:r>
              <a:rPr lang="en-IN" sz="1700" dirty="0">
                <a:solidFill>
                  <a:srgbClr val="2B91AF"/>
                </a:solidFill>
                <a:latin typeface="Cascadia Mono" panose="020B0609020000020004" pitchFamily="49" charset="0"/>
              </a:rPr>
              <a:t>Required</a:t>
            </a:r>
            <a:r>
              <a:rPr lang="en-IN" sz="1700" dirty="0">
                <a:solidFill>
                  <a:srgbClr val="000000"/>
                </a:solidFill>
                <a:latin typeface="Cascadia Mono" panose="020B0609020000020004" pitchFamily="49" charset="0"/>
              </a:rPr>
              <a:t>]</a:t>
            </a:r>
          </a:p>
          <a:p>
            <a:r>
              <a:rPr lang="en-IN" sz="17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[</a:t>
            </a:r>
            <a:r>
              <a:rPr lang="en-IN" sz="17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StringLength</a:t>
            </a:r>
            <a:r>
              <a:rPr lang="en-IN" sz="1700" dirty="0">
                <a:solidFill>
                  <a:srgbClr val="000000"/>
                </a:solidFill>
                <a:latin typeface="Cascadia Mono" panose="020B0609020000020004" pitchFamily="49" charset="0"/>
              </a:rPr>
              <a:t>(10)]</a:t>
            </a:r>
          </a:p>
          <a:p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7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7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MobileNo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</a:rPr>
              <a:t> { </a:t>
            </a:r>
            <a:r>
              <a:rPr lang="en-US" sz="17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7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endParaRPr lang="en-IN" sz="17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7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[</a:t>
            </a:r>
            <a:r>
              <a:rPr lang="en-IN" sz="1700" dirty="0">
                <a:solidFill>
                  <a:srgbClr val="2B91AF"/>
                </a:solidFill>
                <a:latin typeface="Cascadia Mono" panose="020B0609020000020004" pitchFamily="49" charset="0"/>
              </a:rPr>
              <a:t>Required</a:t>
            </a:r>
            <a:r>
              <a:rPr lang="en-IN" sz="17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7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ErrorMessage</a:t>
            </a:r>
            <a:r>
              <a:rPr lang="en-IN" sz="17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IN" sz="1700" dirty="0">
                <a:solidFill>
                  <a:srgbClr val="A31515"/>
                </a:solidFill>
                <a:latin typeface="Cascadia Mono" panose="020B0609020000020004" pitchFamily="49" charset="0"/>
              </a:rPr>
              <a:t>"Enter Valid email"</a:t>
            </a:r>
            <a:r>
              <a:rPr lang="en-IN" sz="1700" dirty="0">
                <a:solidFill>
                  <a:srgbClr val="000000"/>
                </a:solidFill>
                <a:latin typeface="Cascadia Mono" panose="020B0609020000020004" pitchFamily="49" charset="0"/>
              </a:rPr>
              <a:t>)]</a:t>
            </a:r>
          </a:p>
          <a:p>
            <a:r>
              <a:rPr lang="en-IN" sz="17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[</a:t>
            </a:r>
            <a:r>
              <a:rPr lang="en-IN" sz="17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EmailAddress</a:t>
            </a:r>
            <a:r>
              <a:rPr lang="en-IN" sz="1700" dirty="0">
                <a:solidFill>
                  <a:srgbClr val="000000"/>
                </a:solidFill>
                <a:latin typeface="Cascadia Mono" panose="020B0609020000020004" pitchFamily="49" charset="0"/>
              </a:rPr>
              <a:t>]</a:t>
            </a:r>
          </a:p>
          <a:p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7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7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</a:rPr>
              <a:t> Email { </a:t>
            </a:r>
            <a:r>
              <a:rPr lang="en-US" sz="17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7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IN" sz="17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  <a:endParaRPr lang="en-IN" sz="1700" dirty="0"/>
          </a:p>
        </p:txBody>
      </p:sp>
    </p:spTree>
    <p:extLst>
      <p:ext uri="{BB962C8B-B14F-4D97-AF65-F5344CB8AC3E}">
        <p14:creationId xmlns:p14="http://schemas.microsoft.com/office/powerpoint/2010/main" val="1598537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Employee.cshtml</a:t>
            </a:r>
            <a:r>
              <a:rPr lang="en-US" dirty="0"/>
              <a:t> (View Page)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568036" y="946572"/>
            <a:ext cx="11509664" cy="544764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div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="form-group col-md-4"&gt;</a:t>
            </a:r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h3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Employee </a:t>
            </a:r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Registrtion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h3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hr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/&gt;</a:t>
            </a:r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div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div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="form-row"&gt;</a:t>
            </a:r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b="1" dirty="0">
                <a:solidFill>
                  <a:srgbClr val="800080"/>
                </a:solidFill>
                <a:latin typeface="Cascadia Mono" panose="020B0609020000020004" pitchFamily="49" charset="0"/>
              </a:rPr>
              <a:t>form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role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="form"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method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="post"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800080"/>
                </a:solidFill>
                <a:latin typeface="Cascadia Mono" panose="020B0609020000020004" pitchFamily="49" charset="0"/>
              </a:rPr>
              <a:t>asp-controller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Employee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800080"/>
                </a:solidFill>
                <a:latin typeface="Cascadia Mono" panose="020B0609020000020004" pitchFamily="49" charset="0"/>
              </a:rPr>
              <a:t>asp-action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="Save"&gt;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div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="form-group"&gt;</a:t>
            </a:r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div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="form-group col-md-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4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"&gt;</a:t>
            </a:r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label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&gt;&lt;</a:t>
            </a:r>
            <a:r>
              <a:rPr lang="en-US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span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="text-danger"&gt;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*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span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First Name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label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b="1" dirty="0">
                <a:solidFill>
                  <a:srgbClr val="800080"/>
                </a:solidFill>
                <a:latin typeface="Cascadia Mono" panose="020B0609020000020004" pitchFamily="49" charset="0"/>
              </a:rPr>
              <a:t>input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800080"/>
                </a:solidFill>
                <a:latin typeface="Cascadia Mono" panose="020B0609020000020004" pitchFamily="49" charset="0"/>
              </a:rPr>
              <a:t>type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="text"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="form-control"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placeholder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="Enter First Name"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</a:p>
          <a:p>
            <a:r>
              <a:rPr lang="en-US" sz="1600" b="1" dirty="0">
                <a:solidFill>
                  <a:srgbClr val="000000"/>
                </a:solidFill>
                <a:latin typeface="Cascadia Mono" panose="020B0609020000020004" pitchFamily="49" charset="0"/>
              </a:rPr>
              <a:t>				</a:t>
            </a:r>
            <a:r>
              <a:rPr lang="en-US" sz="1600" b="1" dirty="0">
                <a:solidFill>
                  <a:srgbClr val="80008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asp-for</a:t>
            </a:r>
            <a:r>
              <a:rPr lang="en-US" sz="16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="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FirstName</a:t>
            </a:r>
            <a:r>
              <a:rPr lang="en-US" sz="16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"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b="1" dirty="0">
                <a:solidFill>
                  <a:srgbClr val="800080"/>
                </a:solidFill>
                <a:latin typeface="Cascadia Mono" panose="020B0609020000020004" pitchFamily="49" charset="0"/>
              </a:rPr>
              <a:t>span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80008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asp-validation-for</a:t>
            </a:r>
            <a:r>
              <a:rPr lang="en-US" sz="16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="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FirstName</a:t>
            </a:r>
            <a:r>
              <a:rPr lang="en-US" sz="16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="text-danger"&gt;&lt;/</a:t>
            </a:r>
            <a:r>
              <a:rPr lang="en-US" sz="1600" b="1" dirty="0">
                <a:solidFill>
                  <a:srgbClr val="800080"/>
                </a:solidFill>
                <a:latin typeface="Cascadia Mono" panose="020B0609020000020004" pitchFamily="49" charset="0"/>
              </a:rPr>
              <a:t>span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div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div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div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="form-group"&gt;</a:t>
            </a:r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div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="form-group col-md-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4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"&gt;</a:t>
            </a:r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label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&gt;&lt;</a:t>
            </a:r>
            <a:r>
              <a:rPr lang="en-US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span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="text-danger"&gt;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*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span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Last Name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label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b="1" dirty="0">
                <a:solidFill>
                  <a:srgbClr val="800080"/>
                </a:solidFill>
                <a:latin typeface="Cascadia Mono" panose="020B0609020000020004" pitchFamily="49" charset="0"/>
              </a:rPr>
              <a:t>input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800080"/>
                </a:solidFill>
                <a:latin typeface="Cascadia Mono" panose="020B0609020000020004" pitchFamily="49" charset="0"/>
              </a:rPr>
              <a:t>type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="text"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="form-control"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placeholder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="Enter Last Code"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</a:p>
          <a:p>
            <a:r>
              <a:rPr lang="en-US" sz="1600" b="1" dirty="0">
                <a:solidFill>
                  <a:srgbClr val="000000"/>
                </a:solidFill>
                <a:latin typeface="Cascadia Mono" panose="020B0609020000020004" pitchFamily="49" charset="0"/>
              </a:rPr>
              <a:t>			</a:t>
            </a:r>
            <a:r>
              <a:rPr lang="en-US" sz="1600" b="1" dirty="0">
                <a:solidFill>
                  <a:srgbClr val="80008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asp-for</a:t>
            </a:r>
            <a:r>
              <a:rPr lang="en-US" sz="16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="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LastName</a:t>
            </a:r>
            <a:r>
              <a:rPr lang="en-US" sz="16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"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b="1" dirty="0">
                <a:solidFill>
                  <a:srgbClr val="800080"/>
                </a:solidFill>
                <a:latin typeface="Cascadia Mono" panose="020B0609020000020004" pitchFamily="49" charset="0"/>
              </a:rPr>
              <a:t>span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80008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asp-validation-for</a:t>
            </a:r>
            <a:r>
              <a:rPr lang="en-US" sz="16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="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LastName</a:t>
            </a:r>
            <a:r>
              <a:rPr lang="en-US" sz="16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="text-danger"&gt;&lt;/</a:t>
            </a:r>
            <a:r>
              <a:rPr lang="en-US" sz="1600" b="1" dirty="0">
                <a:solidFill>
                  <a:srgbClr val="800080"/>
                </a:solidFill>
                <a:latin typeface="Cascadia Mono" panose="020B0609020000020004" pitchFamily="49" charset="0"/>
              </a:rPr>
              <a:t>span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div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div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5310531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Employee.cshtml</a:t>
            </a:r>
            <a:r>
              <a:rPr lang="en-US" dirty="0"/>
              <a:t> (View Page) Cont..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1662545" y="1652695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131179" y="823999"/>
            <a:ext cx="11929641" cy="510909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        &lt;</a:t>
            </a:r>
            <a:r>
              <a:rPr lang="en-IN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div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="form-group"&gt;</a:t>
            </a:r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div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="form-group col-md-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4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"&gt;</a:t>
            </a:r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label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&gt;&lt;</a:t>
            </a:r>
            <a:r>
              <a:rPr lang="en-US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span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="text-danger"&gt;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*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span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Mobile No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label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b="1" dirty="0">
                <a:solidFill>
                  <a:srgbClr val="800080"/>
                </a:solidFill>
                <a:latin typeface="Cascadia Mono" panose="020B0609020000020004" pitchFamily="49" charset="0"/>
              </a:rPr>
              <a:t>input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800080"/>
                </a:solidFill>
                <a:latin typeface="Cascadia Mono" panose="020B0609020000020004" pitchFamily="49" charset="0"/>
              </a:rPr>
              <a:t>type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="text"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="form-control"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placeholder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="Enter State Code"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</a:p>
          <a:p>
            <a:r>
              <a:rPr lang="en-US" sz="1600" b="1" dirty="0">
                <a:solidFill>
                  <a:srgbClr val="000000"/>
                </a:solidFill>
                <a:latin typeface="Cascadia Mono" panose="020B0609020000020004" pitchFamily="49" charset="0"/>
              </a:rPr>
              <a:t>			</a:t>
            </a:r>
            <a:r>
              <a:rPr lang="en-US" sz="1600" b="1" dirty="0">
                <a:solidFill>
                  <a:srgbClr val="80008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asp-for</a:t>
            </a:r>
            <a:r>
              <a:rPr lang="en-US" sz="16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="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MobileNo</a:t>
            </a:r>
            <a:r>
              <a:rPr lang="en-US" sz="16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"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b="1" dirty="0">
                <a:solidFill>
                  <a:srgbClr val="800080"/>
                </a:solidFill>
                <a:latin typeface="Cascadia Mono" panose="020B0609020000020004" pitchFamily="49" charset="0"/>
              </a:rPr>
              <a:t>span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80008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asp-validation-for</a:t>
            </a:r>
            <a:r>
              <a:rPr lang="en-US" sz="16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="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MobileNo</a:t>
            </a:r>
            <a:r>
              <a:rPr lang="en-US" sz="16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="text-danger"&gt;&lt;/</a:t>
            </a:r>
            <a:r>
              <a:rPr lang="en-US" sz="1600" b="1" dirty="0">
                <a:solidFill>
                  <a:srgbClr val="800080"/>
                </a:solidFill>
                <a:latin typeface="Cascadia Mono" panose="020B0609020000020004" pitchFamily="49" charset="0"/>
              </a:rPr>
              <a:t>span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div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div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div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="form-group"&gt;</a:t>
            </a:r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div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="form-group col-md-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4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"&gt;</a:t>
            </a:r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label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&gt;&lt;</a:t>
            </a:r>
            <a:r>
              <a:rPr lang="en-US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span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="text-danger"&gt;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*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span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Email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label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b="1" dirty="0">
                <a:solidFill>
                  <a:srgbClr val="800080"/>
                </a:solidFill>
                <a:latin typeface="Cascadia Mono" panose="020B0609020000020004" pitchFamily="49" charset="0"/>
              </a:rPr>
              <a:t>input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800080"/>
                </a:solidFill>
                <a:latin typeface="Cascadia Mono" panose="020B0609020000020004" pitchFamily="49" charset="0"/>
              </a:rPr>
              <a:t>type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="text"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="form-control"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placeholder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="Enter State Code"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</a:p>
          <a:p>
            <a:r>
              <a:rPr lang="en-US" sz="1600" b="1" dirty="0">
                <a:solidFill>
                  <a:srgbClr val="000000"/>
                </a:solidFill>
                <a:latin typeface="Cascadia Mono" panose="020B0609020000020004" pitchFamily="49" charset="0"/>
              </a:rPr>
              <a:t>			</a:t>
            </a:r>
            <a:r>
              <a:rPr lang="en-US" sz="1600" b="1" dirty="0">
                <a:solidFill>
                  <a:srgbClr val="80008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asp-for</a:t>
            </a:r>
            <a:r>
              <a:rPr lang="en-US" sz="16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="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Email</a:t>
            </a:r>
            <a:r>
              <a:rPr lang="en-US" sz="16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"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b="1" dirty="0">
                <a:solidFill>
                  <a:srgbClr val="800080"/>
                </a:solidFill>
                <a:latin typeface="Cascadia Mono" panose="020B0609020000020004" pitchFamily="49" charset="0"/>
              </a:rPr>
              <a:t>span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80008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asp-validation-for</a:t>
            </a:r>
            <a:r>
              <a:rPr lang="en-US" sz="16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="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Email</a:t>
            </a:r>
            <a:r>
              <a:rPr lang="en-US" sz="16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="text-danger"&gt;&lt;/</a:t>
            </a:r>
            <a:r>
              <a:rPr lang="en-US" sz="1600" b="1" dirty="0">
                <a:solidFill>
                  <a:srgbClr val="800080"/>
                </a:solidFill>
                <a:latin typeface="Cascadia Mono" panose="020B0609020000020004" pitchFamily="49" charset="0"/>
              </a:rPr>
              <a:t>span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div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div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1600" dirty="0" err="1">
                <a:solidFill>
                  <a:srgbClr val="800000"/>
                </a:solidFill>
                <a:latin typeface="Cascadia Mono" panose="020B0609020000020004" pitchFamily="49" charset="0"/>
              </a:rPr>
              <a:t>br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/&gt;</a:t>
            </a:r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button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type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="submit"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btn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btn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-primary"&gt;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Save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button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1600" b="1" dirty="0">
                <a:solidFill>
                  <a:srgbClr val="800080"/>
                </a:solidFill>
                <a:latin typeface="Cascadia Mono" panose="020B0609020000020004" pitchFamily="49" charset="0"/>
              </a:rPr>
              <a:t>form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div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1909577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Employee Registration | Client Side Validation</a:t>
            </a:r>
            <a:endParaRPr lang="en-IN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4166" y="918689"/>
            <a:ext cx="4343667" cy="5331851"/>
          </a:xfr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728672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Server Side Validation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Server-Side Validation</a:t>
            </a:r>
            <a:r>
              <a:rPr lang="en-US" dirty="0"/>
              <a:t> in </a:t>
            </a:r>
            <a:r>
              <a:rPr lang="en-US" b="1" dirty="0"/>
              <a:t>ASP.NET Core MVC</a:t>
            </a:r>
            <a:r>
              <a:rPr lang="en-US" dirty="0"/>
              <a:t> is a critical part of ensuring data integrity and security.</a:t>
            </a:r>
          </a:p>
          <a:p>
            <a:r>
              <a:rPr lang="en-US" dirty="0"/>
              <a:t>While client-side validation improves user experience by providing immediate feedback, it can be bypassed (e.g., by disabling JavaScript).</a:t>
            </a:r>
          </a:p>
          <a:p>
            <a:r>
              <a:rPr lang="en-US" dirty="0"/>
              <a:t>Server-side validation ensures that data is validated on the server before processing, making it a </a:t>
            </a:r>
            <a:r>
              <a:rPr lang="en-US" b="1" dirty="0"/>
              <a:t>must-have</a:t>
            </a:r>
            <a:r>
              <a:rPr lang="en-US" dirty="0"/>
              <a:t> for any application.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EE889D21-240C-2F2D-DD0F-2B7F959537E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21890096"/>
              </p:ext>
            </p:extLst>
          </p:nvPr>
        </p:nvGraphicFramePr>
        <p:xfrm>
          <a:off x="467859" y="3216599"/>
          <a:ext cx="11513286" cy="27432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513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just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How Server-Side Validation Works?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71875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342900" indent="-34290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When a form is submitted, the data is sent to the server.</a:t>
                      </a:r>
                    </a:p>
                    <a:p>
                      <a:pPr marL="342900" indent="-34290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The model binding system maps the form data to the model properties.</a:t>
                      </a:r>
                    </a:p>
                    <a:p>
                      <a:pPr marL="342900" indent="-34290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The </a:t>
                      </a:r>
                      <a:r>
                        <a:rPr lang="en-US" sz="2400" b="1" kern="1200" dirty="0" err="1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ModelState</a:t>
                      </a:r>
                      <a:r>
                        <a:rPr lang="en-US" sz="2400" dirty="0"/>
                        <a:t> object is used to track the validity of the model based on the Data Annotations applied to it.</a:t>
                      </a:r>
                    </a:p>
                    <a:p>
                      <a:pPr marL="342900" indent="-34290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If any validation errors occur, they are added to the </a:t>
                      </a:r>
                      <a:r>
                        <a:rPr lang="en-US" sz="2400" b="1" kern="1200" dirty="0" err="1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ModelState</a:t>
                      </a:r>
                      <a:r>
                        <a:rPr lang="en-US" sz="2400" dirty="0"/>
                        <a:t>.</a:t>
                      </a:r>
                    </a:p>
                    <a:p>
                      <a:pPr marL="342900" indent="-34290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The controller checks the </a:t>
                      </a:r>
                      <a:r>
                        <a:rPr lang="en-US" sz="2400" b="1" kern="1200" dirty="0" err="1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ModelState.IsValid</a:t>
                      </a:r>
                      <a:r>
                        <a:rPr lang="en-US" sz="2400" b="1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dirty="0"/>
                        <a:t>property to determine if the data is valid.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2469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ModelState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ModelState</a:t>
            </a:r>
            <a:r>
              <a:rPr lang="en-US" dirty="0"/>
              <a:t> is a property of controller </a:t>
            </a:r>
            <a:r>
              <a:rPr lang="en-US" dirty="0">
                <a:solidFill>
                  <a:schemeClr val="accent6"/>
                </a:solidFill>
              </a:rPr>
              <a:t>that is used for validating data on server side</a:t>
            </a:r>
            <a:r>
              <a:rPr lang="en-US" dirty="0"/>
              <a:t>.</a:t>
            </a:r>
          </a:p>
          <a:p>
            <a:r>
              <a:rPr lang="en-US" dirty="0" err="1"/>
              <a:t>ModelState</a:t>
            </a:r>
            <a:r>
              <a:rPr lang="en-US" dirty="0"/>
              <a:t> is a collection of </a:t>
            </a:r>
            <a:r>
              <a:rPr lang="en-US" dirty="0">
                <a:solidFill>
                  <a:schemeClr val="accent6"/>
                </a:solidFill>
              </a:rPr>
              <a:t>name and value pair that was submitted to the server during post</a:t>
            </a:r>
            <a:r>
              <a:rPr lang="en-US" dirty="0"/>
              <a:t>.</a:t>
            </a:r>
          </a:p>
          <a:p>
            <a:r>
              <a:rPr lang="en-US" dirty="0"/>
              <a:t>It also contains a </a:t>
            </a:r>
            <a:r>
              <a:rPr lang="en-US" dirty="0">
                <a:solidFill>
                  <a:schemeClr val="accent6"/>
                </a:solidFill>
              </a:rPr>
              <a:t>collection of error messages for each value submitted</a:t>
            </a:r>
            <a:r>
              <a:rPr lang="en-US" dirty="0"/>
              <a:t>.</a:t>
            </a:r>
          </a:p>
          <a:p>
            <a:r>
              <a:rPr lang="en-IN" b="1" u="sng" dirty="0" err="1">
                <a:solidFill>
                  <a:schemeClr val="accent6"/>
                </a:solidFill>
              </a:rPr>
              <a:t>ModelState.IsValid</a:t>
            </a:r>
            <a:r>
              <a:rPr lang="en-IN" u="sng" dirty="0">
                <a:solidFill>
                  <a:schemeClr val="accent6"/>
                </a:solidFill>
              </a:rPr>
              <a:t> </a:t>
            </a:r>
            <a:r>
              <a:rPr lang="en-IN" u="sng" dirty="0"/>
              <a:t>property</a:t>
            </a:r>
          </a:p>
          <a:p>
            <a:pPr lvl="1"/>
            <a:r>
              <a:rPr lang="en-US" dirty="0"/>
              <a:t>ModelState.IsValid property is an inbuilt property which verifies two things:</a:t>
            </a:r>
          </a:p>
          <a:p>
            <a:pPr lvl="2"/>
            <a:r>
              <a:rPr lang="en-US" b="1" dirty="0"/>
              <a:t>Whether the Form values are bound to the Model.</a:t>
            </a:r>
          </a:p>
          <a:p>
            <a:pPr lvl="2"/>
            <a:r>
              <a:rPr lang="en-US" b="1" dirty="0"/>
              <a:t>All the validations specified inside Model class using Data annotations have been passed.</a:t>
            </a:r>
          </a:p>
          <a:p>
            <a:pPr lvl="1"/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1297131" y="3650385"/>
            <a:ext cx="667789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if (ModelState.IsValid)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... do something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else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... do something</a:t>
            </a:r>
          </a:p>
          <a:p>
            <a:r>
              <a:rPr lang="en-US" dirty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8814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Student Model | </a:t>
            </a:r>
            <a:r>
              <a:rPr lang="en-US" dirty="0">
                <a:solidFill>
                  <a:schemeClr val="accent6"/>
                </a:solidFill>
              </a:rPr>
              <a:t>Without Annotations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8870" y="1113576"/>
            <a:ext cx="6681026" cy="412363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439648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Student Form Design using HTML Tag Helpers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940" y="776606"/>
            <a:ext cx="9253822" cy="576904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550399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 Controller Save Action Method | Custom Validation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60" y="826016"/>
            <a:ext cx="7678222" cy="56586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688063" y="1204111"/>
            <a:ext cx="7306147" cy="200081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6992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498" y="800347"/>
            <a:ext cx="5877945" cy="571514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7837" y="795330"/>
            <a:ext cx="5209443" cy="486885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368058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861" y="904522"/>
            <a:ext cx="10050278" cy="504895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143334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AA410-6409-2C94-E510-1C3EFBC65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F8E1F8E-F909-AB4A-F184-3B2E75352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Data Passing Techniques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9470B6-BF08-56F6-7AE7-FD794F61C9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– 4.2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05141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1A942-D858-C151-BB9D-ECEC49FC9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688B5-5190-87A6-B3CC-56A56102A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Passing Techniques - 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2F7ED-ABAE-CF7F-5487-CFAAD5FE6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ASP.NET Core MVC, data passing is a </a:t>
            </a:r>
            <a:r>
              <a:rPr lang="en-US" b="1" dirty="0">
                <a:solidFill>
                  <a:schemeClr val="accent6"/>
                </a:solidFill>
              </a:rPr>
              <a:t>fundamental aspect of building dynamic web applications</a:t>
            </a:r>
            <a:r>
              <a:rPr lang="en-US" dirty="0"/>
              <a:t>. </a:t>
            </a:r>
          </a:p>
          <a:p>
            <a:r>
              <a:rPr lang="en-US" dirty="0"/>
              <a:t>There are several techniques to </a:t>
            </a:r>
            <a:r>
              <a:rPr lang="en-US" b="1" dirty="0">
                <a:solidFill>
                  <a:schemeClr val="accent6"/>
                </a:solidFill>
              </a:rPr>
              <a:t>pass data between the controller, view, and other components</a:t>
            </a:r>
            <a:r>
              <a:rPr lang="en-US" dirty="0"/>
              <a:t>.</a:t>
            </a:r>
          </a:p>
          <a:p>
            <a:pPr lvl="1"/>
            <a:r>
              <a:rPr lang="en-US" sz="2200" dirty="0" err="1"/>
              <a:t>ViewData</a:t>
            </a:r>
            <a:endParaRPr lang="en-US" sz="2200" dirty="0"/>
          </a:p>
          <a:p>
            <a:pPr lvl="1"/>
            <a:r>
              <a:rPr lang="en-US" sz="2200" dirty="0" err="1"/>
              <a:t>ViewBag</a:t>
            </a:r>
            <a:endParaRPr lang="en-US" sz="2200" dirty="0"/>
          </a:p>
          <a:p>
            <a:pPr lvl="1"/>
            <a:r>
              <a:rPr lang="en-US" sz="2200" dirty="0" err="1"/>
              <a:t>TempData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519780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E50541B-EB74-A262-2316-343B9F521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ViewData</a:t>
            </a:r>
            <a:r>
              <a:rPr lang="en-US" dirty="0"/>
              <a:t> is a </a:t>
            </a:r>
            <a:r>
              <a:rPr lang="en-US" b="1" dirty="0">
                <a:solidFill>
                  <a:schemeClr val="accent6"/>
                </a:solidFill>
              </a:rPr>
              <a:t>dictionary-like object </a:t>
            </a:r>
            <a:r>
              <a:rPr lang="en-US" dirty="0"/>
              <a:t>that allows you to </a:t>
            </a:r>
            <a:r>
              <a:rPr lang="en-US" b="1" dirty="0">
                <a:solidFill>
                  <a:schemeClr val="accent6"/>
                </a:solidFill>
              </a:rPr>
              <a:t>pass data from a controller to a view</a:t>
            </a:r>
            <a:r>
              <a:rPr lang="en-US" dirty="0"/>
              <a:t>.</a:t>
            </a:r>
          </a:p>
          <a:p>
            <a:r>
              <a:rPr lang="en-US" dirty="0"/>
              <a:t>It uses </a:t>
            </a:r>
            <a:r>
              <a:rPr lang="en-US" b="1" dirty="0">
                <a:solidFill>
                  <a:schemeClr val="accent6"/>
                </a:solidFill>
              </a:rPr>
              <a:t>string keys </a:t>
            </a:r>
            <a:r>
              <a:rPr lang="en-US" dirty="0"/>
              <a:t>to store and retrieve data.</a:t>
            </a:r>
          </a:p>
          <a:p>
            <a:r>
              <a:rPr lang="en-US" b="1" dirty="0">
                <a:solidFill>
                  <a:schemeClr val="accent6"/>
                </a:solidFill>
              </a:rPr>
              <a:t>Data is stored as object</a:t>
            </a:r>
            <a:r>
              <a:rPr lang="en-US" dirty="0"/>
              <a:t>, so it </a:t>
            </a:r>
            <a:r>
              <a:rPr lang="en-US" b="1" dirty="0">
                <a:solidFill>
                  <a:schemeClr val="accent6"/>
                </a:solidFill>
              </a:rPr>
              <a:t>requires type casting when retrieving</a:t>
            </a:r>
            <a:r>
              <a:rPr lang="en-US" dirty="0"/>
              <a:t>.</a:t>
            </a:r>
          </a:p>
          <a:p>
            <a:r>
              <a:rPr lang="en-US" b="1" dirty="0"/>
              <a:t>Lifetime</a:t>
            </a:r>
            <a:r>
              <a:rPr lang="en-US" dirty="0"/>
              <a:t>: </a:t>
            </a:r>
            <a:r>
              <a:rPr lang="en-US" dirty="0">
                <a:highlight>
                  <a:srgbClr val="FFFF00"/>
                </a:highlight>
              </a:rPr>
              <a:t>Only available during the current request</a:t>
            </a:r>
            <a:r>
              <a:rPr lang="en-US" dirty="0"/>
              <a:t>.</a:t>
            </a:r>
          </a:p>
          <a:p>
            <a:r>
              <a:rPr lang="en-US" u="sng" dirty="0"/>
              <a:t>Example</a:t>
            </a:r>
          </a:p>
          <a:p>
            <a:endParaRPr lang="en-US" u="sng" dirty="0"/>
          </a:p>
          <a:p>
            <a:endParaRPr lang="en-US" u="sng" dirty="0"/>
          </a:p>
          <a:p>
            <a:endParaRPr lang="en-US" u="sng" dirty="0"/>
          </a:p>
          <a:p>
            <a:endParaRPr lang="en-US" u="sng" dirty="0"/>
          </a:p>
          <a:p>
            <a:endParaRPr lang="en-US" u="sng" dirty="0"/>
          </a:p>
          <a:p>
            <a:r>
              <a:rPr lang="en-US" u="sng" dirty="0"/>
              <a:t>Output</a:t>
            </a:r>
          </a:p>
          <a:p>
            <a:endParaRPr lang="en-US" u="sng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F35E9FA-1F23-C591-F172-7BA4C0DB4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ViewData</a:t>
            </a: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10E0A2C-6D65-8531-E88C-5FC25F72A5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1890201"/>
              </p:ext>
            </p:extLst>
          </p:nvPr>
        </p:nvGraphicFramePr>
        <p:xfrm>
          <a:off x="485422" y="3146778"/>
          <a:ext cx="11204222" cy="216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76622">
                  <a:extLst>
                    <a:ext uri="{9D8B030D-6E8A-4147-A177-3AD203B41FA5}">
                      <a16:colId xmlns:a16="http://schemas.microsoft.com/office/drawing/2014/main" val="2740461545"/>
                    </a:ext>
                  </a:extLst>
                </a:gridCol>
                <a:gridCol w="4927600">
                  <a:extLst>
                    <a:ext uri="{9D8B030D-6E8A-4147-A177-3AD203B41FA5}">
                      <a16:colId xmlns:a16="http://schemas.microsoft.com/office/drawing/2014/main" val="7802055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Controller File (</a:t>
                      </a:r>
                      <a:r>
                        <a:rPr lang="en-US" dirty="0" err="1"/>
                        <a:t>HomeController.cs</a:t>
                      </a:r>
                      <a:r>
                        <a:rPr lang="en-US" dirty="0"/>
                        <a:t>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View File (</a:t>
                      </a:r>
                      <a:r>
                        <a:rPr lang="en-US" dirty="0" err="1"/>
                        <a:t>Index.cshtml</a:t>
                      </a:r>
                      <a:r>
                        <a:rPr lang="en-US" dirty="0"/>
                        <a:t>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6024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0000FF"/>
                          </a:solidFill>
                          <a:latin typeface="Cascadia Mono" panose="020B0609020000020004" pitchFamily="49" charset="0"/>
                        </a:rPr>
                        <a:t>public</a:t>
                      </a:r>
                      <a:r>
                        <a:rPr lang="en-IN" sz="140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en-IN" sz="1400" dirty="0">
                          <a:solidFill>
                            <a:srgbClr val="0000FF"/>
                          </a:solidFill>
                          <a:latin typeface="Cascadia Mono" panose="020B0609020000020004" pitchFamily="49" charset="0"/>
                        </a:rPr>
                        <a:t>class</a:t>
                      </a:r>
                      <a:r>
                        <a:rPr lang="en-IN" sz="140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en-IN" sz="1400" dirty="0" err="1">
                          <a:solidFill>
                            <a:srgbClr val="2B91AF"/>
                          </a:solidFill>
                          <a:latin typeface="Cascadia Mono" panose="020B0609020000020004" pitchFamily="49" charset="0"/>
                        </a:rPr>
                        <a:t>HomeController</a:t>
                      </a:r>
                      <a:r>
                        <a:rPr lang="en-IN" sz="140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 : </a:t>
                      </a:r>
                      <a:r>
                        <a:rPr lang="en-IN" sz="1400" dirty="0">
                          <a:solidFill>
                            <a:srgbClr val="2B91AF"/>
                          </a:solidFill>
                          <a:latin typeface="Cascadia Mono" panose="020B0609020000020004" pitchFamily="49" charset="0"/>
                        </a:rPr>
                        <a:t>Controller</a:t>
                      </a:r>
                    </a:p>
                    <a:p>
                      <a:r>
                        <a:rPr lang="en-IN" sz="140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{</a:t>
                      </a:r>
                    </a:p>
                    <a:p>
                      <a:r>
                        <a:rPr lang="en-IN" sz="140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    </a:t>
                      </a:r>
                      <a:r>
                        <a:rPr lang="en-IN" sz="1400" dirty="0">
                          <a:solidFill>
                            <a:srgbClr val="0000FF"/>
                          </a:solidFill>
                          <a:latin typeface="Cascadia Mono" panose="020B0609020000020004" pitchFamily="49" charset="0"/>
                        </a:rPr>
                        <a:t>public</a:t>
                      </a:r>
                      <a:r>
                        <a:rPr lang="en-IN" sz="140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en-IN" sz="1400" dirty="0" err="1">
                          <a:solidFill>
                            <a:srgbClr val="2B91AF"/>
                          </a:solidFill>
                          <a:latin typeface="Cascadia Mono" panose="020B0609020000020004" pitchFamily="49" charset="0"/>
                        </a:rPr>
                        <a:t>IActionResult</a:t>
                      </a:r>
                      <a:r>
                        <a:rPr lang="en-IN" sz="140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 Index()</a:t>
                      </a:r>
                    </a:p>
                    <a:p>
                      <a:r>
                        <a:rPr lang="en-IN" sz="140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    {</a:t>
                      </a:r>
                    </a:p>
                    <a:p>
                      <a:r>
                        <a:rPr lang="en-US" sz="140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        </a:t>
                      </a:r>
                      <a:r>
                        <a:rPr lang="en-US" sz="1400" u="sng" dirty="0" err="1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ViewData</a:t>
                      </a:r>
                      <a:r>
                        <a:rPr lang="en-US" sz="1400" u="sng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[</a:t>
                      </a:r>
                      <a:r>
                        <a:rPr lang="en-US" sz="1400" u="sng" dirty="0">
                          <a:solidFill>
                            <a:srgbClr val="A31515"/>
                          </a:solidFill>
                          <a:latin typeface="Cascadia Mono" panose="020B0609020000020004" pitchFamily="49" charset="0"/>
                        </a:rPr>
                        <a:t>"Message"</a:t>
                      </a:r>
                      <a:r>
                        <a:rPr lang="en-US" sz="1400" u="sng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] = </a:t>
                      </a:r>
                      <a:r>
                        <a:rPr lang="en-US" sz="1400" u="sng" dirty="0">
                          <a:solidFill>
                            <a:srgbClr val="A31515"/>
                          </a:solidFill>
                          <a:latin typeface="Cascadia Mono" panose="020B0609020000020004" pitchFamily="49" charset="0"/>
                        </a:rPr>
                        <a:t>"Hello from </a:t>
                      </a:r>
                      <a:r>
                        <a:rPr lang="en-US" sz="1400" u="sng" dirty="0" err="1">
                          <a:solidFill>
                            <a:srgbClr val="A31515"/>
                          </a:solidFill>
                          <a:latin typeface="Cascadia Mono" panose="020B0609020000020004" pitchFamily="49" charset="0"/>
                        </a:rPr>
                        <a:t>ViewData</a:t>
                      </a:r>
                      <a:r>
                        <a:rPr lang="en-US" sz="1400" u="sng" dirty="0">
                          <a:solidFill>
                            <a:srgbClr val="A31515"/>
                          </a:solidFill>
                          <a:latin typeface="Cascadia Mono" panose="020B0609020000020004" pitchFamily="49" charset="0"/>
                        </a:rPr>
                        <a:t>!"</a:t>
                      </a:r>
                      <a:r>
                        <a:rPr lang="en-US" sz="1400" u="sng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;</a:t>
                      </a:r>
                    </a:p>
                    <a:p>
                      <a:r>
                        <a:rPr lang="en-IN" sz="140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        </a:t>
                      </a:r>
                      <a:r>
                        <a:rPr lang="en-IN" sz="1400" dirty="0">
                          <a:solidFill>
                            <a:srgbClr val="0000FF"/>
                          </a:solidFill>
                          <a:latin typeface="Cascadia Mono" panose="020B0609020000020004" pitchFamily="49" charset="0"/>
                        </a:rPr>
                        <a:t>return</a:t>
                      </a:r>
                      <a:r>
                        <a:rPr lang="en-IN" sz="140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 View();</a:t>
                      </a:r>
                    </a:p>
                    <a:p>
                      <a:r>
                        <a:rPr lang="en-IN" sz="140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    }</a:t>
                      </a:r>
                    </a:p>
                    <a:p>
                      <a:r>
                        <a:rPr lang="en-IN" sz="140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}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rgbClr val="0000FF"/>
                          </a:solidFill>
                          <a:latin typeface="Cascadia Mono" panose="020B0609020000020004" pitchFamily="49" charset="0"/>
                        </a:rPr>
                        <a:t>&lt;</a:t>
                      </a:r>
                      <a:r>
                        <a:rPr lang="en-IN" sz="1800" dirty="0">
                          <a:solidFill>
                            <a:srgbClr val="800000"/>
                          </a:solidFill>
                          <a:latin typeface="Cascadia Mono" panose="020B0609020000020004" pitchFamily="49" charset="0"/>
                        </a:rPr>
                        <a:t>h1</a:t>
                      </a:r>
                      <a:r>
                        <a:rPr lang="en-IN" sz="1800" dirty="0">
                          <a:solidFill>
                            <a:srgbClr val="0000FF"/>
                          </a:solidFill>
                          <a:latin typeface="Cascadia Mono" panose="020B0609020000020004" pitchFamily="49" charset="0"/>
                        </a:rPr>
                        <a:t>&gt;</a:t>
                      </a:r>
                      <a:r>
                        <a:rPr lang="en-IN" sz="180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@ViewData[</a:t>
                      </a:r>
                      <a:r>
                        <a:rPr lang="en-IN" sz="1800" dirty="0">
                          <a:solidFill>
                            <a:srgbClr val="A31515"/>
                          </a:solidFill>
                          <a:latin typeface="Cascadia Mono" panose="020B0609020000020004" pitchFamily="49" charset="0"/>
                        </a:rPr>
                        <a:t>"Message"</a:t>
                      </a:r>
                      <a:r>
                        <a:rPr lang="en-IN" sz="180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]</a:t>
                      </a:r>
                      <a:r>
                        <a:rPr lang="en-IN" sz="1800" dirty="0">
                          <a:solidFill>
                            <a:srgbClr val="0000FF"/>
                          </a:solidFill>
                          <a:latin typeface="Cascadia Mono" panose="020B0609020000020004" pitchFamily="49" charset="0"/>
                        </a:rPr>
                        <a:t>&lt;/</a:t>
                      </a:r>
                      <a:r>
                        <a:rPr lang="en-IN" sz="1800" dirty="0">
                          <a:solidFill>
                            <a:srgbClr val="800000"/>
                          </a:solidFill>
                          <a:latin typeface="Cascadia Mono" panose="020B0609020000020004" pitchFamily="49" charset="0"/>
                        </a:rPr>
                        <a:t>h1</a:t>
                      </a:r>
                      <a:r>
                        <a:rPr lang="en-IN" sz="1800" dirty="0">
                          <a:solidFill>
                            <a:srgbClr val="0000FF"/>
                          </a:solidFill>
                          <a:latin typeface="Cascadia Mono" panose="020B0609020000020004" pitchFamily="49" charset="0"/>
                        </a:rPr>
                        <a:t>&gt;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417375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F6C66CFE-4A08-E3FD-37BD-CB86ED9331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023" y="5350866"/>
            <a:ext cx="5161128" cy="1103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651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34A19-435F-65E0-5BE3-9E3FD9EEF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FE514E-3183-70D6-7C77-0D1CAC4C1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ViewBag</a:t>
            </a:r>
            <a:r>
              <a:rPr lang="en-US" dirty="0"/>
              <a:t> is a dynamic </a:t>
            </a:r>
            <a:r>
              <a:rPr lang="en-US" b="1" dirty="0">
                <a:solidFill>
                  <a:schemeClr val="accent6"/>
                </a:solidFill>
              </a:rPr>
              <a:t>wrapper around </a:t>
            </a:r>
            <a:r>
              <a:rPr lang="en-US" b="1" dirty="0" err="1">
                <a:solidFill>
                  <a:schemeClr val="accent6"/>
                </a:solidFill>
              </a:rPr>
              <a:t>ViewData</a:t>
            </a:r>
            <a:r>
              <a:rPr lang="en-US" dirty="0"/>
              <a:t>.</a:t>
            </a:r>
          </a:p>
          <a:p>
            <a:r>
              <a:rPr lang="en-US" dirty="0"/>
              <a:t>It uses </a:t>
            </a:r>
            <a:r>
              <a:rPr lang="en-US" b="1" dirty="0">
                <a:solidFill>
                  <a:schemeClr val="accent6"/>
                </a:solidFill>
              </a:rPr>
              <a:t>dynamic properties instead of dictionary keys</a:t>
            </a:r>
            <a:r>
              <a:rPr lang="en-US" dirty="0"/>
              <a:t>.</a:t>
            </a:r>
          </a:p>
          <a:p>
            <a:r>
              <a:rPr lang="en-US" b="1" dirty="0">
                <a:solidFill>
                  <a:schemeClr val="accent6"/>
                </a:solidFill>
              </a:rPr>
              <a:t>No type casting is required</a:t>
            </a:r>
            <a:r>
              <a:rPr lang="en-US" dirty="0"/>
              <a:t>, but it is less type-safe.</a:t>
            </a:r>
          </a:p>
          <a:p>
            <a:r>
              <a:rPr lang="en-US" b="1" dirty="0"/>
              <a:t>Lifetime</a:t>
            </a:r>
            <a:r>
              <a:rPr lang="en-US" dirty="0"/>
              <a:t>: </a:t>
            </a:r>
            <a:r>
              <a:rPr lang="en-US" dirty="0">
                <a:highlight>
                  <a:srgbClr val="FFFF00"/>
                </a:highlight>
              </a:rPr>
              <a:t>Only available during the current request</a:t>
            </a:r>
            <a:r>
              <a:rPr lang="en-US" dirty="0"/>
              <a:t>.</a:t>
            </a:r>
          </a:p>
          <a:p>
            <a:r>
              <a:rPr lang="en-US" u="sng" dirty="0"/>
              <a:t>Example</a:t>
            </a:r>
          </a:p>
          <a:p>
            <a:endParaRPr lang="en-US" u="sng" dirty="0"/>
          </a:p>
          <a:p>
            <a:endParaRPr lang="en-US" u="sng" dirty="0"/>
          </a:p>
          <a:p>
            <a:endParaRPr lang="en-US" u="sng" dirty="0"/>
          </a:p>
          <a:p>
            <a:endParaRPr lang="en-US" u="sng" dirty="0"/>
          </a:p>
          <a:p>
            <a:endParaRPr lang="en-US" u="sng" dirty="0"/>
          </a:p>
          <a:p>
            <a:r>
              <a:rPr lang="en-US" u="sng" dirty="0"/>
              <a:t>Output</a:t>
            </a:r>
          </a:p>
          <a:p>
            <a:endParaRPr lang="en-US" u="sng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DE3B17C-CBF2-BCBD-C335-3B3D8C72A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ViewBag</a:t>
            </a: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50D4150-C9DF-95B0-0572-E3823F88AE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4146198"/>
              </p:ext>
            </p:extLst>
          </p:nvPr>
        </p:nvGraphicFramePr>
        <p:xfrm>
          <a:off x="485422" y="3146778"/>
          <a:ext cx="11204222" cy="216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76622">
                  <a:extLst>
                    <a:ext uri="{9D8B030D-6E8A-4147-A177-3AD203B41FA5}">
                      <a16:colId xmlns:a16="http://schemas.microsoft.com/office/drawing/2014/main" val="2740461545"/>
                    </a:ext>
                  </a:extLst>
                </a:gridCol>
                <a:gridCol w="4927600">
                  <a:extLst>
                    <a:ext uri="{9D8B030D-6E8A-4147-A177-3AD203B41FA5}">
                      <a16:colId xmlns:a16="http://schemas.microsoft.com/office/drawing/2014/main" val="7802055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Controller File (</a:t>
                      </a:r>
                      <a:r>
                        <a:rPr lang="en-US" dirty="0" err="1"/>
                        <a:t>HomeController.cs</a:t>
                      </a:r>
                      <a:r>
                        <a:rPr lang="en-US" dirty="0"/>
                        <a:t>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View File (</a:t>
                      </a:r>
                      <a:r>
                        <a:rPr lang="en-US" dirty="0" err="1"/>
                        <a:t>Index.cshtml</a:t>
                      </a:r>
                      <a:r>
                        <a:rPr lang="en-US" dirty="0"/>
                        <a:t>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6024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0000FF"/>
                          </a:solidFill>
                          <a:latin typeface="Cascadia Mono" panose="020B0609020000020004" pitchFamily="49" charset="0"/>
                        </a:rPr>
                        <a:t>public</a:t>
                      </a:r>
                      <a:r>
                        <a:rPr lang="en-IN" sz="140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en-IN" sz="1400" dirty="0">
                          <a:solidFill>
                            <a:srgbClr val="0000FF"/>
                          </a:solidFill>
                          <a:latin typeface="Cascadia Mono" panose="020B0609020000020004" pitchFamily="49" charset="0"/>
                        </a:rPr>
                        <a:t>class</a:t>
                      </a:r>
                      <a:r>
                        <a:rPr lang="en-IN" sz="140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en-IN" sz="1400" dirty="0" err="1">
                          <a:solidFill>
                            <a:srgbClr val="2B91AF"/>
                          </a:solidFill>
                          <a:latin typeface="Cascadia Mono" panose="020B0609020000020004" pitchFamily="49" charset="0"/>
                        </a:rPr>
                        <a:t>HomeController</a:t>
                      </a:r>
                      <a:r>
                        <a:rPr lang="en-IN" sz="140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 : </a:t>
                      </a:r>
                      <a:r>
                        <a:rPr lang="en-IN" sz="1400" dirty="0">
                          <a:solidFill>
                            <a:srgbClr val="2B91AF"/>
                          </a:solidFill>
                          <a:latin typeface="Cascadia Mono" panose="020B0609020000020004" pitchFamily="49" charset="0"/>
                        </a:rPr>
                        <a:t>Controller</a:t>
                      </a:r>
                    </a:p>
                    <a:p>
                      <a:r>
                        <a:rPr lang="en-IN" sz="140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{</a:t>
                      </a:r>
                    </a:p>
                    <a:p>
                      <a:r>
                        <a:rPr lang="en-IN" sz="140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    </a:t>
                      </a:r>
                      <a:r>
                        <a:rPr lang="en-IN" sz="1400" dirty="0">
                          <a:solidFill>
                            <a:srgbClr val="0000FF"/>
                          </a:solidFill>
                          <a:latin typeface="Cascadia Mono" panose="020B0609020000020004" pitchFamily="49" charset="0"/>
                        </a:rPr>
                        <a:t>public</a:t>
                      </a:r>
                      <a:r>
                        <a:rPr lang="en-IN" sz="140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en-IN" sz="1400" dirty="0" err="1">
                          <a:solidFill>
                            <a:srgbClr val="2B91AF"/>
                          </a:solidFill>
                          <a:latin typeface="Cascadia Mono" panose="020B0609020000020004" pitchFamily="49" charset="0"/>
                        </a:rPr>
                        <a:t>IActionResult</a:t>
                      </a:r>
                      <a:r>
                        <a:rPr lang="en-IN" sz="140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 Index()</a:t>
                      </a:r>
                    </a:p>
                    <a:p>
                      <a:r>
                        <a:rPr lang="en-IN" sz="140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    {</a:t>
                      </a:r>
                    </a:p>
                    <a:p>
                      <a:r>
                        <a:rPr lang="en-US" sz="140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        </a:t>
                      </a:r>
                      <a:r>
                        <a:rPr lang="en-US" sz="1400" u="sng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ViewBag.</a:t>
                      </a:r>
                      <a:r>
                        <a:rPr lang="en-US" sz="1400" u="sng" dirty="0" err="1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Message</a:t>
                      </a:r>
                      <a:r>
                        <a:rPr lang="en-US" sz="1400" u="sng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 = </a:t>
                      </a:r>
                      <a:r>
                        <a:rPr lang="en-US" sz="1400" u="sng" dirty="0">
                          <a:solidFill>
                            <a:srgbClr val="A31515"/>
                          </a:solidFill>
                          <a:latin typeface="Cascadia Mono" panose="020B0609020000020004" pitchFamily="49" charset="0"/>
                        </a:rPr>
                        <a:t>"Hello from </a:t>
                      </a:r>
                      <a:r>
                        <a:rPr lang="en-US" sz="1400" u="sng" dirty="0" err="1">
                          <a:solidFill>
                            <a:srgbClr val="A31515"/>
                          </a:solidFill>
                          <a:latin typeface="Cascadia Mono" panose="020B0609020000020004" pitchFamily="49" charset="0"/>
                        </a:rPr>
                        <a:t>ViewBag</a:t>
                      </a:r>
                      <a:r>
                        <a:rPr lang="en-US" sz="1400" u="sng" dirty="0">
                          <a:solidFill>
                            <a:srgbClr val="A31515"/>
                          </a:solidFill>
                          <a:latin typeface="Cascadia Mono" panose="020B0609020000020004" pitchFamily="49" charset="0"/>
                        </a:rPr>
                        <a:t>!"</a:t>
                      </a:r>
                      <a:r>
                        <a:rPr lang="en-US" sz="1400" u="sng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;</a:t>
                      </a:r>
                    </a:p>
                    <a:p>
                      <a:r>
                        <a:rPr lang="en-IN" sz="140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        </a:t>
                      </a:r>
                      <a:r>
                        <a:rPr lang="en-IN" sz="1400" dirty="0">
                          <a:solidFill>
                            <a:srgbClr val="0000FF"/>
                          </a:solidFill>
                          <a:latin typeface="Cascadia Mono" panose="020B0609020000020004" pitchFamily="49" charset="0"/>
                        </a:rPr>
                        <a:t>return</a:t>
                      </a:r>
                      <a:r>
                        <a:rPr lang="en-IN" sz="140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 View();</a:t>
                      </a:r>
                    </a:p>
                    <a:p>
                      <a:r>
                        <a:rPr lang="en-IN" sz="140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    }</a:t>
                      </a:r>
                    </a:p>
                    <a:p>
                      <a:r>
                        <a:rPr lang="en-IN" sz="140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}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rgbClr val="0000FF"/>
                          </a:solidFill>
                          <a:latin typeface="Cascadia Mono" panose="020B0609020000020004" pitchFamily="49" charset="0"/>
                        </a:rPr>
                        <a:t>&lt;</a:t>
                      </a:r>
                      <a:r>
                        <a:rPr lang="en-IN" sz="1800" dirty="0">
                          <a:solidFill>
                            <a:srgbClr val="800000"/>
                          </a:solidFill>
                          <a:latin typeface="Cascadia Mono" panose="020B0609020000020004" pitchFamily="49" charset="0"/>
                        </a:rPr>
                        <a:t>h1</a:t>
                      </a:r>
                      <a:r>
                        <a:rPr lang="en-IN" sz="1800" dirty="0">
                          <a:solidFill>
                            <a:srgbClr val="0000FF"/>
                          </a:solidFill>
                          <a:latin typeface="Cascadia Mono" panose="020B0609020000020004" pitchFamily="49" charset="0"/>
                        </a:rPr>
                        <a:t>&gt;</a:t>
                      </a:r>
                      <a:r>
                        <a:rPr lang="en-IN" sz="180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@ViewBag.</a:t>
                      </a:r>
                      <a:r>
                        <a:rPr lang="en-IN" sz="1800" dirty="0">
                          <a:solidFill>
                            <a:schemeClr val="tx1"/>
                          </a:solidFill>
                          <a:latin typeface="Cascadia Mono" panose="020B0609020000020004" pitchFamily="49" charset="0"/>
                        </a:rPr>
                        <a:t>Message</a:t>
                      </a:r>
                      <a:r>
                        <a:rPr lang="en-IN" sz="1800" dirty="0">
                          <a:solidFill>
                            <a:srgbClr val="0000FF"/>
                          </a:solidFill>
                          <a:latin typeface="Cascadia Mono" panose="020B0609020000020004" pitchFamily="49" charset="0"/>
                        </a:rPr>
                        <a:t>&lt;/</a:t>
                      </a:r>
                      <a:r>
                        <a:rPr lang="en-IN" sz="1800" dirty="0">
                          <a:solidFill>
                            <a:srgbClr val="800000"/>
                          </a:solidFill>
                          <a:latin typeface="Cascadia Mono" panose="020B0609020000020004" pitchFamily="49" charset="0"/>
                        </a:rPr>
                        <a:t>h1</a:t>
                      </a:r>
                      <a:r>
                        <a:rPr lang="en-IN" sz="1800" dirty="0">
                          <a:solidFill>
                            <a:srgbClr val="0000FF"/>
                          </a:solidFill>
                          <a:latin typeface="Cascadia Mono" panose="020B0609020000020004" pitchFamily="49" charset="0"/>
                        </a:rPr>
                        <a:t>&gt;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41737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708F0049-86DB-0CBE-7021-7C808D5B6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915" y="5379420"/>
            <a:ext cx="5354877" cy="1147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697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25456-BCD9-1BA8-6038-9F983B638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F5B2086-834B-FD92-DCFC-114F4174A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TempData</a:t>
            </a:r>
            <a:r>
              <a:rPr lang="en-US" dirty="0"/>
              <a:t> is used to </a:t>
            </a:r>
            <a:r>
              <a:rPr lang="en-US" b="1" dirty="0">
                <a:solidFill>
                  <a:schemeClr val="accent6"/>
                </a:solidFill>
              </a:rPr>
              <a:t>pass data between two consecutive requests </a:t>
            </a:r>
            <a:r>
              <a:rPr lang="en-US" dirty="0"/>
              <a:t>(e.g., during redirects).</a:t>
            </a:r>
          </a:p>
          <a:p>
            <a:r>
              <a:rPr lang="en-US" dirty="0"/>
              <a:t>It is </a:t>
            </a:r>
            <a:r>
              <a:rPr lang="en-US" b="1" dirty="0">
                <a:solidFill>
                  <a:schemeClr val="accent6"/>
                </a:solidFill>
              </a:rPr>
              <a:t>stored in session state by default</a:t>
            </a:r>
            <a:r>
              <a:rPr lang="en-US" dirty="0"/>
              <a:t>.</a:t>
            </a:r>
          </a:p>
          <a:p>
            <a:r>
              <a:rPr lang="en-US" b="1" dirty="0">
                <a:solidFill>
                  <a:schemeClr val="accent6"/>
                </a:solidFill>
              </a:rPr>
              <a:t>Data persists until it is read or the session expires</a:t>
            </a:r>
            <a:r>
              <a:rPr lang="en-US" dirty="0"/>
              <a:t>.</a:t>
            </a:r>
          </a:p>
          <a:p>
            <a:r>
              <a:rPr lang="en-US" dirty="0"/>
              <a:t>Useful for scenarios like </a:t>
            </a:r>
            <a:r>
              <a:rPr lang="en-US" b="1" dirty="0">
                <a:solidFill>
                  <a:schemeClr val="accent6"/>
                </a:solidFill>
              </a:rPr>
              <a:t>passing data between actions </a:t>
            </a:r>
            <a:r>
              <a:rPr lang="en-US" dirty="0"/>
              <a:t>(e.g., after a form submission).</a:t>
            </a:r>
          </a:p>
          <a:p>
            <a:r>
              <a:rPr lang="en-US" u="sng" dirty="0"/>
              <a:t>Example</a:t>
            </a:r>
          </a:p>
          <a:p>
            <a:endParaRPr lang="en-US" u="sng" dirty="0"/>
          </a:p>
          <a:p>
            <a:endParaRPr lang="en-US" u="sng" dirty="0"/>
          </a:p>
          <a:p>
            <a:endParaRPr lang="en-US" u="sng" dirty="0"/>
          </a:p>
          <a:p>
            <a:endParaRPr lang="en-US" u="sng" dirty="0"/>
          </a:p>
          <a:p>
            <a:endParaRPr lang="en-US" u="sng" dirty="0"/>
          </a:p>
          <a:p>
            <a:endParaRPr lang="en-US" u="sng" dirty="0"/>
          </a:p>
          <a:p>
            <a:r>
              <a:rPr lang="en-US" u="sng" dirty="0"/>
              <a:t>Output</a:t>
            </a:r>
          </a:p>
          <a:p>
            <a:endParaRPr lang="en-US" u="sng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61CBF5A-207E-74A3-55D4-2B47694E9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TempData</a:t>
            </a: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6703D28-5FEA-4C9E-51E1-9683B86210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7501200"/>
              </p:ext>
            </p:extLst>
          </p:nvPr>
        </p:nvGraphicFramePr>
        <p:xfrm>
          <a:off x="485422" y="3146778"/>
          <a:ext cx="1120422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76622">
                  <a:extLst>
                    <a:ext uri="{9D8B030D-6E8A-4147-A177-3AD203B41FA5}">
                      <a16:colId xmlns:a16="http://schemas.microsoft.com/office/drawing/2014/main" val="2740461545"/>
                    </a:ext>
                  </a:extLst>
                </a:gridCol>
                <a:gridCol w="4927600">
                  <a:extLst>
                    <a:ext uri="{9D8B030D-6E8A-4147-A177-3AD203B41FA5}">
                      <a16:colId xmlns:a16="http://schemas.microsoft.com/office/drawing/2014/main" val="7802055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Controller File (</a:t>
                      </a:r>
                      <a:r>
                        <a:rPr lang="en-US" dirty="0" err="1"/>
                        <a:t>HomeController.cs</a:t>
                      </a:r>
                      <a:r>
                        <a:rPr lang="en-US" dirty="0"/>
                        <a:t>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View File (</a:t>
                      </a:r>
                      <a:r>
                        <a:rPr lang="en-US" sz="1800" b="1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Privacy.cshtml</a:t>
                      </a:r>
                      <a:r>
                        <a:rPr lang="en-US" dirty="0"/>
                        <a:t>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6024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0000FF"/>
                          </a:solidFill>
                          <a:latin typeface="Cascadia Mono" panose="020B0609020000020004" pitchFamily="49" charset="0"/>
                        </a:rPr>
                        <a:t>public</a:t>
                      </a:r>
                      <a:r>
                        <a:rPr lang="en-IN" sz="140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en-IN" sz="1400" dirty="0" err="1">
                          <a:solidFill>
                            <a:srgbClr val="2B91AF"/>
                          </a:solidFill>
                          <a:latin typeface="Cascadia Mono" panose="020B0609020000020004" pitchFamily="49" charset="0"/>
                        </a:rPr>
                        <a:t>IActionResult</a:t>
                      </a:r>
                      <a:r>
                        <a:rPr lang="en-IN" sz="140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 Index()</a:t>
                      </a:r>
                    </a:p>
                    <a:p>
                      <a:r>
                        <a:rPr lang="en-IN" sz="140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{</a:t>
                      </a:r>
                    </a:p>
                    <a:p>
                      <a:r>
                        <a:rPr lang="nn-NO" sz="140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    TempData[</a:t>
                      </a:r>
                      <a:r>
                        <a:rPr lang="nn-NO" sz="1400" dirty="0">
                          <a:solidFill>
                            <a:srgbClr val="A31515"/>
                          </a:solidFill>
                          <a:latin typeface="Cascadia Mono" panose="020B0609020000020004" pitchFamily="49" charset="0"/>
                        </a:rPr>
                        <a:t>"Message"</a:t>
                      </a:r>
                      <a:r>
                        <a:rPr lang="nn-NO" sz="140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] = </a:t>
                      </a:r>
                      <a:r>
                        <a:rPr lang="nn-NO" sz="1400" dirty="0">
                          <a:solidFill>
                            <a:srgbClr val="A31515"/>
                          </a:solidFill>
                          <a:latin typeface="Cascadia Mono" panose="020B0609020000020004" pitchFamily="49" charset="0"/>
                        </a:rPr>
                        <a:t>"Hello from TempData!"</a:t>
                      </a:r>
                      <a:r>
                        <a:rPr lang="nn-NO" sz="140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;</a:t>
                      </a:r>
                    </a:p>
                    <a:p>
                      <a:r>
                        <a:rPr lang="en-IN" sz="140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    </a:t>
                      </a:r>
                      <a:r>
                        <a:rPr lang="en-IN" sz="1400" dirty="0">
                          <a:solidFill>
                            <a:srgbClr val="0000FF"/>
                          </a:solidFill>
                          <a:latin typeface="Cascadia Mono" panose="020B0609020000020004" pitchFamily="49" charset="0"/>
                        </a:rPr>
                        <a:t>return</a:t>
                      </a:r>
                      <a:r>
                        <a:rPr lang="en-IN" sz="140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en-IN" sz="1400" dirty="0" err="1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RedirectToAction</a:t>
                      </a:r>
                      <a:r>
                        <a:rPr lang="en-IN" sz="140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(</a:t>
                      </a:r>
                      <a:r>
                        <a:rPr lang="en-IN" sz="1400" dirty="0">
                          <a:solidFill>
                            <a:srgbClr val="A31515"/>
                          </a:solidFill>
                          <a:latin typeface="Cascadia Mono" panose="020B0609020000020004" pitchFamily="49" charset="0"/>
                        </a:rPr>
                        <a:t>"Privacy"</a:t>
                      </a:r>
                      <a:r>
                        <a:rPr lang="en-IN" sz="140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);</a:t>
                      </a:r>
                    </a:p>
                    <a:p>
                      <a:r>
                        <a:rPr lang="en-IN" sz="140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}</a:t>
                      </a:r>
                    </a:p>
                    <a:p>
                      <a:r>
                        <a:rPr lang="en-IN" sz="1400" dirty="0">
                          <a:solidFill>
                            <a:srgbClr val="0000FF"/>
                          </a:solidFill>
                          <a:latin typeface="Cascadia Mono" panose="020B0609020000020004" pitchFamily="49" charset="0"/>
                        </a:rPr>
                        <a:t>public</a:t>
                      </a:r>
                      <a:r>
                        <a:rPr lang="en-IN" sz="140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en-IN" sz="1400" dirty="0" err="1">
                          <a:solidFill>
                            <a:srgbClr val="2B91AF"/>
                          </a:solidFill>
                          <a:latin typeface="Cascadia Mono" panose="020B0609020000020004" pitchFamily="49" charset="0"/>
                        </a:rPr>
                        <a:t>IActionResult</a:t>
                      </a:r>
                      <a:r>
                        <a:rPr lang="en-IN" sz="140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 Privacy()</a:t>
                      </a:r>
                    </a:p>
                    <a:p>
                      <a:r>
                        <a:rPr lang="en-IN" sz="140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{</a:t>
                      </a:r>
                    </a:p>
                    <a:p>
                      <a:r>
                        <a:rPr lang="en-IN" sz="140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    </a:t>
                      </a:r>
                      <a:r>
                        <a:rPr lang="en-IN" sz="1400" dirty="0">
                          <a:solidFill>
                            <a:srgbClr val="0000FF"/>
                          </a:solidFill>
                          <a:latin typeface="Cascadia Mono" panose="020B0609020000020004" pitchFamily="49" charset="0"/>
                        </a:rPr>
                        <a:t>var</a:t>
                      </a:r>
                      <a:r>
                        <a:rPr lang="en-IN" sz="140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 message = </a:t>
                      </a:r>
                      <a:r>
                        <a:rPr lang="en-IN" sz="1400" dirty="0" err="1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TempData</a:t>
                      </a:r>
                      <a:r>
                        <a:rPr lang="en-IN" sz="140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[</a:t>
                      </a:r>
                      <a:r>
                        <a:rPr lang="en-IN" sz="1400" dirty="0">
                          <a:solidFill>
                            <a:srgbClr val="A31515"/>
                          </a:solidFill>
                          <a:latin typeface="Cascadia Mono" panose="020B0609020000020004" pitchFamily="49" charset="0"/>
                        </a:rPr>
                        <a:t>"Message"</a:t>
                      </a:r>
                      <a:r>
                        <a:rPr lang="en-IN" sz="140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];</a:t>
                      </a:r>
                    </a:p>
                    <a:p>
                      <a:r>
                        <a:rPr lang="en-IN" sz="140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    </a:t>
                      </a:r>
                      <a:r>
                        <a:rPr lang="en-IN" sz="1400" dirty="0">
                          <a:solidFill>
                            <a:srgbClr val="0000FF"/>
                          </a:solidFill>
                          <a:latin typeface="Cascadia Mono" panose="020B0609020000020004" pitchFamily="49" charset="0"/>
                        </a:rPr>
                        <a:t>return</a:t>
                      </a:r>
                      <a:r>
                        <a:rPr lang="en-IN" sz="140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 View();</a:t>
                      </a:r>
                    </a:p>
                    <a:p>
                      <a:r>
                        <a:rPr lang="en-IN" sz="140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}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rgbClr val="0000FF"/>
                          </a:solidFill>
                          <a:latin typeface="Cascadia Mono" panose="020B0609020000020004" pitchFamily="49" charset="0"/>
                        </a:rPr>
                        <a:t>&lt;</a:t>
                      </a:r>
                      <a:r>
                        <a:rPr lang="en-IN" sz="1800" dirty="0">
                          <a:solidFill>
                            <a:srgbClr val="800000"/>
                          </a:solidFill>
                          <a:latin typeface="Cascadia Mono" panose="020B0609020000020004" pitchFamily="49" charset="0"/>
                        </a:rPr>
                        <a:t>h1</a:t>
                      </a:r>
                      <a:r>
                        <a:rPr lang="en-IN" sz="1800" dirty="0">
                          <a:solidFill>
                            <a:srgbClr val="0000FF"/>
                          </a:solidFill>
                          <a:latin typeface="Cascadia Mono" panose="020B0609020000020004" pitchFamily="49" charset="0"/>
                        </a:rPr>
                        <a:t>&gt;</a:t>
                      </a:r>
                      <a:r>
                        <a:rPr lang="en-IN" sz="180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@TempData[</a:t>
                      </a:r>
                      <a:r>
                        <a:rPr lang="en-IN" sz="1800" dirty="0">
                          <a:solidFill>
                            <a:srgbClr val="A31515"/>
                          </a:solidFill>
                          <a:latin typeface="Cascadia Mono" panose="020B0609020000020004" pitchFamily="49" charset="0"/>
                        </a:rPr>
                        <a:t>"Message"</a:t>
                      </a:r>
                      <a:r>
                        <a:rPr lang="en-IN" sz="180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]</a:t>
                      </a:r>
                      <a:r>
                        <a:rPr lang="en-IN" sz="1800" dirty="0">
                          <a:solidFill>
                            <a:srgbClr val="0000FF"/>
                          </a:solidFill>
                          <a:latin typeface="Cascadia Mono" panose="020B0609020000020004" pitchFamily="49" charset="0"/>
                        </a:rPr>
                        <a:t>&lt;/</a:t>
                      </a:r>
                      <a:r>
                        <a:rPr lang="en-IN" sz="1800" dirty="0">
                          <a:solidFill>
                            <a:srgbClr val="800000"/>
                          </a:solidFill>
                          <a:latin typeface="Cascadia Mono" panose="020B0609020000020004" pitchFamily="49" charset="0"/>
                        </a:rPr>
                        <a:t>h1</a:t>
                      </a:r>
                      <a:r>
                        <a:rPr lang="en-IN" sz="1800" dirty="0">
                          <a:solidFill>
                            <a:srgbClr val="0000FF"/>
                          </a:solidFill>
                          <a:latin typeface="Cascadia Mono" panose="020B0609020000020004" pitchFamily="49" charset="0"/>
                        </a:rPr>
                        <a:t>&gt;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417375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2CFC397E-6C97-B6EA-C1F0-64D787589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543" y="5742481"/>
            <a:ext cx="4077221" cy="834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752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Model Binding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– 4.3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3945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Default Model Binder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– 4.3.1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144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Model Binder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default model binder in ASP.NET Core MVC is designed to handle most common data types and scenarios. </a:t>
            </a:r>
          </a:p>
          <a:p>
            <a:r>
              <a:rPr lang="en-US" dirty="0"/>
              <a:t>It automatically maps data from HTTP requests to action method parameters or model properties. </a:t>
            </a:r>
          </a:p>
          <a:p>
            <a:r>
              <a:rPr lang="en-US" dirty="0"/>
              <a:t>Here’s a simple example to illustrate how it works:</a:t>
            </a:r>
          </a:p>
          <a:p>
            <a:r>
              <a:rPr lang="en-US" dirty="0"/>
              <a:t>Let’s say you have a model class </a:t>
            </a:r>
            <a:r>
              <a:rPr lang="en-US" b="1" dirty="0"/>
              <a:t>Person</a:t>
            </a:r>
            <a:r>
              <a:rPr lang="en-US" dirty="0"/>
              <a:t> and a corresponding action method Create in your controller: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3FFFB7-437E-51F8-F0B7-9CA97E756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844" y="3658726"/>
            <a:ext cx="5504474" cy="2396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464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258B11-1B99-E046-A833-224479A47C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681" y="879540"/>
            <a:ext cx="6525720" cy="2585745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B53CA65-C00F-14FA-CE31-2C8CFEC29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Model Binder Cont..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3FD455-8DA7-2A16-B661-927CB759F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1400" y="773289"/>
            <a:ext cx="5334919" cy="351648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01B9254-E0F5-16A3-BDE6-83ADBE945C88}"/>
              </a:ext>
            </a:extLst>
          </p:cNvPr>
          <p:cNvSpPr txBox="1"/>
          <p:nvPr/>
        </p:nvSpPr>
        <p:spPr>
          <a:xfrm>
            <a:off x="165681" y="3633624"/>
            <a:ext cx="652571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b="1" dirty="0"/>
              <a:t>How It Works?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When the form is submitted, the default model binder: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Retrieves Data</a:t>
            </a:r>
            <a:r>
              <a:rPr lang="en-IN" dirty="0"/>
              <a:t>: Collects data from the form fields.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Converts Data</a:t>
            </a:r>
            <a:r>
              <a:rPr lang="en-IN" dirty="0"/>
              <a:t>: Converts the string values to the appropriate .NET types (e.g., int, string, </a:t>
            </a:r>
            <a:r>
              <a:rPr lang="en-IN" dirty="0" err="1"/>
              <a:t>DateTime</a:t>
            </a:r>
            <a:r>
              <a:rPr lang="en-IN" dirty="0"/>
              <a:t>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Assigns Data</a:t>
            </a:r>
            <a:r>
              <a:rPr lang="en-IN" dirty="0"/>
              <a:t>: Assigns the converted values to the properties of the Person object.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Validates</a:t>
            </a:r>
            <a:r>
              <a:rPr lang="en-IN" dirty="0"/>
              <a:t>: Checks the </a:t>
            </a:r>
            <a:r>
              <a:rPr lang="en-IN" dirty="0" err="1"/>
              <a:t>ModelState</a:t>
            </a:r>
            <a:r>
              <a:rPr lang="en-IN" dirty="0"/>
              <a:t> to ensure all data is valid.</a:t>
            </a:r>
          </a:p>
        </p:txBody>
      </p:sp>
    </p:spTree>
    <p:extLst>
      <p:ext uri="{BB962C8B-B14F-4D97-AF65-F5344CB8AC3E}">
        <p14:creationId xmlns:p14="http://schemas.microsoft.com/office/powerpoint/2010/main" val="3412958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IFormCollection</a:t>
            </a:r>
            <a:endParaRPr lang="en-US" dirty="0">
              <a:gradFill flip="none" rotWithShape="1">
                <a:gsLst>
                  <a:gs pos="10000">
                    <a:schemeClr val="accent6">
                      <a:lumMod val="50000"/>
                    </a:schemeClr>
                  </a:gs>
                  <a:gs pos="100000">
                    <a:schemeClr val="accent6"/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– 4.3.2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9942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IFormCollection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IFormCollection</a:t>
            </a:r>
            <a:r>
              <a:rPr lang="en-US" b="1" dirty="0"/>
              <a:t> </a:t>
            </a:r>
            <a:r>
              <a:rPr lang="en-US" dirty="0"/>
              <a:t>is a key-value pair collection that represents form data sent in an HTTP request.</a:t>
            </a:r>
          </a:p>
          <a:p>
            <a:r>
              <a:rPr lang="en-US" dirty="0"/>
              <a:t>A </a:t>
            </a:r>
            <a:r>
              <a:rPr lang="en-US" b="1" dirty="0" err="1"/>
              <a:t>IFormCollection</a:t>
            </a:r>
            <a:r>
              <a:rPr lang="en-US" dirty="0"/>
              <a:t> Object </a:t>
            </a:r>
            <a:r>
              <a:rPr lang="en-US" b="1" dirty="0"/>
              <a:t>is used to retrieve form input values in action method.</a:t>
            </a:r>
            <a:endParaRPr lang="en-US" dirty="0"/>
          </a:p>
          <a:p>
            <a:r>
              <a:rPr lang="en-US" dirty="0"/>
              <a:t>We can retrieve all the controls values using </a:t>
            </a:r>
            <a:r>
              <a:rPr lang="en-US" dirty="0" err="1"/>
              <a:t>IFormCollection</a:t>
            </a:r>
            <a:r>
              <a:rPr lang="en-US" dirty="0"/>
              <a:t> object.</a:t>
            </a:r>
          </a:p>
          <a:p>
            <a:r>
              <a:rPr lang="en-US" dirty="0"/>
              <a:t>It provides a flexible way to access form data.</a:t>
            </a:r>
          </a:p>
          <a:p>
            <a:r>
              <a:rPr lang="en-US" dirty="0"/>
              <a:t>You need to manually extract and convert values.</a:t>
            </a:r>
          </a:p>
          <a:p>
            <a:r>
              <a:rPr lang="en-US" dirty="0"/>
              <a:t>Useful for dynamic forms or when you don’t have a strongly-typed model.</a:t>
            </a:r>
          </a:p>
          <a:p>
            <a:pPr lvl="1"/>
            <a:r>
              <a:rPr lang="en-US" dirty="0"/>
              <a:t>Sometimes we are not working with the model and still we want to get all data together using key value pair (HTML Id’s) of form so, </a:t>
            </a:r>
            <a:r>
              <a:rPr lang="en-US" dirty="0" err="1"/>
              <a:t>IFormCollection</a:t>
            </a:r>
            <a:r>
              <a:rPr lang="en-US" dirty="0"/>
              <a:t> object is helpful in that case also.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873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Index.cshtml</a:t>
            </a:r>
            <a:r>
              <a:rPr lang="en-US" dirty="0"/>
              <a:t> | Form With Two Text Controls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46" y="819726"/>
            <a:ext cx="9058736" cy="5532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115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Index.cshtml</a:t>
            </a:r>
            <a:r>
              <a:rPr lang="en-US" dirty="0"/>
              <a:t> | Form With Two Text Controls Cont..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19" y="888134"/>
            <a:ext cx="4458322" cy="406774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2369" y="924083"/>
            <a:ext cx="6935910" cy="4319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238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Controller Action Method Code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633"/>
            <a:ext cx="6344816" cy="279836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0212" y="767924"/>
            <a:ext cx="6061788" cy="3874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182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Bind Attribute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– 4.3.3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8730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Bind Attribute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 binding automatically maps form data to a strongly-typed model. </a:t>
            </a:r>
          </a:p>
          <a:p>
            <a:r>
              <a:rPr lang="en-US" dirty="0"/>
              <a:t>The [Bind] attribute allows you to control which properties are bound, enhancing security and preventing over-posting attacks.</a:t>
            </a:r>
          </a:p>
          <a:p>
            <a:r>
              <a:rPr lang="en-US" dirty="0"/>
              <a:t>It can be found in </a:t>
            </a:r>
            <a:r>
              <a:rPr lang="en-US" b="1" dirty="0" err="1"/>
              <a:t>Microsoft.AspNetCore.Mvc</a:t>
            </a:r>
            <a:r>
              <a:rPr lang="en-US" b="1" dirty="0"/>
              <a:t> </a:t>
            </a:r>
            <a:r>
              <a:rPr lang="en-US" dirty="0"/>
              <a:t>namespace. </a:t>
            </a:r>
          </a:p>
          <a:p>
            <a:r>
              <a:rPr lang="en-US" dirty="0"/>
              <a:t>Example: You have a Employee Model as follows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131179" y="2964488"/>
            <a:ext cx="671655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00FF"/>
                </a:solidFill>
                <a:latin typeface="Cascadia Mono" panose="020B0609020000020004" pitchFamily="49" charset="0"/>
              </a:rPr>
              <a:t>    public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dirty="0">
                <a:solidFill>
                  <a:srgbClr val="2B91AF"/>
                </a:solidFill>
                <a:latin typeface="Cascadia Mono" panose="020B0609020000020004" pitchFamily="49" charset="0"/>
              </a:rPr>
              <a:t>EmployeeModel</a:t>
            </a:r>
            <a:endParaRPr lang="en-IN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   { 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	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ID {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	public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Name {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	public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Mobile {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	public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Email {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} </a:t>
            </a:r>
          </a:p>
          <a:p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	public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City {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6736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Bind Attribute - Including Specific Properties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use the [Bind] attribute to include only specific properties for binding. </a:t>
            </a:r>
          </a:p>
          <a:p>
            <a:r>
              <a:rPr lang="en-US" dirty="0"/>
              <a:t>It uses a "whitelist" strategy, whereby only attributes that are explicitly mentioned in the action method arguments are bound by default, and all other properties are not. </a:t>
            </a:r>
          </a:p>
          <a:p>
            <a:r>
              <a:rPr lang="en-US" dirty="0"/>
              <a:t>For example, you want to bind only Id and Name property from employee model then?</a:t>
            </a:r>
          </a:p>
          <a:p>
            <a:pPr lvl="1"/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479778" y="2608281"/>
            <a:ext cx="1067928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IActionResult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EmployeeAdd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([</a:t>
            </a:r>
            <a:r>
              <a:rPr lang="en-US" dirty="0">
                <a:solidFill>
                  <a:srgbClr val="2B91AF"/>
                </a:solidFill>
                <a:latin typeface="Cascadia Mono" panose="020B0609020000020004" pitchFamily="49" charset="0"/>
              </a:rPr>
              <a:t>Bind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dirty="0" err="1">
                <a:solidFill>
                  <a:srgbClr val="A31515"/>
                </a:solidFill>
                <a:latin typeface="Cascadia Mono" panose="020B0609020000020004" pitchFamily="49" charset="0"/>
              </a:rPr>
              <a:t>ID,Name</a:t>
            </a:r>
            <a:r>
              <a:rPr lang="en-US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)] </a:t>
            </a:r>
            <a:r>
              <a:rPr lang="en-US" dirty="0" err="1">
                <a:solidFill>
                  <a:srgbClr val="2B91AF"/>
                </a:solidFill>
                <a:latin typeface="Cascadia Mono" panose="020B0609020000020004" pitchFamily="49" charset="0"/>
              </a:rPr>
              <a:t>EmployeeModel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model)</a:t>
            </a:r>
          </a:p>
          <a:p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dirty="0">
                <a:solidFill>
                  <a:srgbClr val="008000"/>
                </a:solidFill>
                <a:latin typeface="Cascadia Mono" panose="020B0609020000020004" pitchFamily="49" charset="0"/>
              </a:rPr>
              <a:t>	// Only “ID” and “Name” properties will be bind from the request</a:t>
            </a:r>
            <a:endParaRPr lang="en-IN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dirty="0">
                <a:solidFill>
                  <a:srgbClr val="0000FF"/>
                </a:solidFill>
                <a:latin typeface="Cascadia Mono" panose="020B0609020000020004" pitchFamily="49" charset="0"/>
              </a:rPr>
              <a:t>	return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RedirectToAction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dirty="0">
                <a:solidFill>
                  <a:srgbClr val="A31515"/>
                </a:solidFill>
                <a:latin typeface="Cascadia Mono" panose="020B0609020000020004" pitchFamily="49" charset="0"/>
              </a:rPr>
              <a:t>"Index"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1887FD-7007-3A21-BAF7-598986F5B8F4}"/>
              </a:ext>
            </a:extLst>
          </p:cNvPr>
          <p:cNvSpPr/>
          <p:nvPr/>
        </p:nvSpPr>
        <p:spPr>
          <a:xfrm>
            <a:off x="-55088" y="4234488"/>
            <a:ext cx="671655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00FF"/>
                </a:solidFill>
                <a:latin typeface="Cascadia Mono" panose="020B0609020000020004" pitchFamily="49" charset="0"/>
              </a:rPr>
              <a:t>    public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dirty="0">
                <a:solidFill>
                  <a:srgbClr val="2B91AF"/>
                </a:solidFill>
                <a:latin typeface="Cascadia Mono" panose="020B0609020000020004" pitchFamily="49" charset="0"/>
              </a:rPr>
              <a:t>EmployeeModel</a:t>
            </a:r>
            <a:endParaRPr lang="en-IN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   { 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	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b="1" dirty="0">
                <a:solidFill>
                  <a:schemeClr val="accent6"/>
                </a:solidFill>
                <a:latin typeface="Cascadia Mono" panose="020B0609020000020004" pitchFamily="49" charset="0"/>
              </a:rPr>
              <a:t>ID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{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	public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b="1" dirty="0">
                <a:solidFill>
                  <a:schemeClr val="accent6"/>
                </a:solidFill>
                <a:latin typeface="Cascadia Mono" panose="020B0609020000020004" pitchFamily="49" charset="0"/>
              </a:rPr>
              <a:t>Name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{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	public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Mobile {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	public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Email {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} </a:t>
            </a:r>
          </a:p>
          <a:p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	public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City {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2028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Bind Attribute - </a:t>
            </a:r>
            <a:r>
              <a:rPr lang="en-IN" dirty="0"/>
              <a:t>Prefixing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The [Bind] attribute can also be used to specify a prefix for properties that should be bound</a:t>
            </a:r>
            <a:r>
              <a:rPr lang="en-IN" dirty="0"/>
              <a:t>.</a:t>
            </a:r>
          </a:p>
          <a:p>
            <a:r>
              <a:rPr lang="en-US" dirty="0"/>
              <a:t>For example</a:t>
            </a:r>
            <a:endParaRPr lang="en-IN" dirty="0"/>
          </a:p>
          <a:p>
            <a:pPr lvl="1"/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384244" y="1708571"/>
            <a:ext cx="11423511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1600" b="1" dirty="0">
                <a:solidFill>
                  <a:srgbClr val="800080"/>
                </a:solidFill>
                <a:latin typeface="Cascadia Mono" panose="020B0609020000020004" pitchFamily="49" charset="0"/>
              </a:rPr>
              <a:t>form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role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="form"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method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="post"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b="1" dirty="0">
                <a:solidFill>
                  <a:srgbClr val="800080"/>
                </a:solidFill>
                <a:latin typeface="Cascadia Mono" panose="020B0609020000020004" pitchFamily="49" charset="0"/>
              </a:rPr>
              <a:t>asp-area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=""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b="1" dirty="0">
                <a:solidFill>
                  <a:srgbClr val="800080"/>
                </a:solidFill>
                <a:latin typeface="Cascadia Mono" panose="020B0609020000020004" pitchFamily="49" charset="0"/>
              </a:rPr>
              <a:t>asp-controller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IN" sz="1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FileUpload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b="1" dirty="0">
                <a:solidFill>
                  <a:srgbClr val="800080"/>
                </a:solidFill>
                <a:latin typeface="Cascadia Mono" panose="020B0609020000020004" pitchFamily="49" charset="0"/>
              </a:rPr>
              <a:t>asp-action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="Employee"&gt;</a:t>
            </a:r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div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="form-group col-md-4"&gt;</a:t>
            </a:r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label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Employee Name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label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input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type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="text"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name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600" dirty="0" err="1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Employee.Name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="form-control"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/&gt;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div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div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="form-group col-md-4"&gt;</a:t>
            </a:r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label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Mobile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label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input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type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="text"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name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600" dirty="0" err="1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Employee.Mobile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="form-control"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/&gt;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div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div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="form-group col-md-4"&gt;</a:t>
            </a:r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label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Email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label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input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type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="text"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name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="Email"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="form-control"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/&gt;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div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div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="form-group col-md-4"&gt;</a:t>
            </a:r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label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City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label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input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type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="text"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name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="City"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="form-control"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/&gt;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div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    &lt;</a:t>
            </a:r>
            <a:r>
              <a:rPr lang="en-US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button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type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="submit"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btn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btn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-primary"&gt;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Save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button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 </a:t>
            </a:r>
          </a:p>
          <a:p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1600" b="1" dirty="0">
                <a:solidFill>
                  <a:srgbClr val="800080"/>
                </a:solidFill>
                <a:latin typeface="Cascadia Mono" panose="020B0609020000020004" pitchFamily="49" charset="0"/>
              </a:rPr>
              <a:t>form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728883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Bind Attribute - </a:t>
            </a:r>
            <a:r>
              <a:rPr lang="en-IN" dirty="0"/>
              <a:t>Prefixing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Controller we have Employee as follows: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Here only Name and Mobile property will be bound to model from the request. Remaining model properties will not be bound so it will be null.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415122" y="1448743"/>
            <a:ext cx="1101436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IActionResult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Employee([</a:t>
            </a:r>
            <a:r>
              <a:rPr lang="en-US" dirty="0">
                <a:solidFill>
                  <a:srgbClr val="2B91AF"/>
                </a:solidFill>
                <a:latin typeface="Cascadia Mono" panose="020B0609020000020004" pitchFamily="49" charset="0"/>
              </a:rPr>
              <a:t>Bind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(Prefix = </a:t>
            </a:r>
            <a:r>
              <a:rPr lang="en-US" dirty="0">
                <a:solidFill>
                  <a:srgbClr val="A31515"/>
                </a:solidFill>
                <a:latin typeface="Cascadia Mono" panose="020B0609020000020004" pitchFamily="49" charset="0"/>
              </a:rPr>
              <a:t>"Employee"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)] </a:t>
            </a:r>
            <a:r>
              <a:rPr lang="en-US" dirty="0" err="1">
                <a:solidFill>
                  <a:srgbClr val="2B91AF"/>
                </a:solidFill>
                <a:latin typeface="Cascadia Mono" panose="020B0609020000020004" pitchFamily="49" charset="0"/>
              </a:rPr>
              <a:t>EmployeeModel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model)</a:t>
            </a:r>
          </a:p>
          <a:p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en-US" dirty="0">
                <a:solidFill>
                  <a:srgbClr val="008000"/>
                </a:solidFill>
                <a:latin typeface="Cascadia Mono" panose="020B0609020000020004" pitchFamily="49" charset="0"/>
              </a:rPr>
              <a:t>// Only 'Name' and 'Mobile' properties will be bind from the request </a:t>
            </a:r>
            <a:endParaRPr lang="en-IN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en-IN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RedirectToAction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dirty="0">
                <a:solidFill>
                  <a:srgbClr val="A31515"/>
                </a:solidFill>
                <a:latin typeface="Cascadia Mono" panose="020B0609020000020004" pitchFamily="49" charset="0"/>
              </a:rPr>
              <a:t>"Index"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1269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E2AD8B6E-51EA-4A15-8752-4F221E5E02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81756" y="20384"/>
            <a:ext cx="4646358" cy="734653"/>
          </a:xfrm>
        </p:spPr>
        <p:txBody>
          <a:bodyPr/>
          <a:lstStyle/>
          <a:p>
            <a:r>
              <a:rPr lang="en-US" b="1" dirty="0"/>
              <a:t>ASP.NET Core</a:t>
            </a:r>
            <a:endParaRPr lang="en-US" dirty="0"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  <a:p>
            <a:r>
              <a:rPr lang="en-US" dirty="0"/>
              <a:t>#2301CS412</a:t>
            </a:r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4F27F027-AAC9-4C88-B3AF-3C4A20BDDD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80943" y="6175935"/>
            <a:ext cx="3735998" cy="290081"/>
          </a:xfrm>
        </p:spPr>
        <p:txBody>
          <a:bodyPr/>
          <a:lstStyle/>
          <a:p>
            <a:r>
              <a:rPr lang="en-US" dirty="0"/>
              <a:t>naimish.vadodariya@darshan.ac.in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59B646FF-BD32-4C5A-94AF-AC4347EADA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83874" y="6460218"/>
            <a:ext cx="3735998" cy="290081"/>
          </a:xfrm>
        </p:spPr>
        <p:txBody>
          <a:bodyPr/>
          <a:lstStyle/>
          <a:p>
            <a:r>
              <a:rPr lang="en-US" dirty="0"/>
              <a:t>8866215253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915CF252-06A8-43C0-BB69-DA7109EA62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8" y="5537768"/>
            <a:ext cx="3780000" cy="290081"/>
          </a:xfrm>
        </p:spPr>
        <p:txBody>
          <a:bodyPr/>
          <a:lstStyle/>
          <a:p>
            <a:r>
              <a:rPr lang="en-US"/>
              <a:t>Computer Science &amp; Engineering Department</a:t>
            </a:r>
            <a:endParaRPr lang="en-US" dirty="0"/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89F5B5F8-350F-4941-B9DE-36BF8B0148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37677" y="5273332"/>
            <a:ext cx="5581039" cy="290081"/>
          </a:xfrm>
        </p:spPr>
        <p:txBody>
          <a:bodyPr/>
          <a:lstStyle/>
          <a:p>
            <a:r>
              <a:rPr lang="en-US" dirty="0"/>
              <a:t>Prof. Naimish R. Vadodariya</a:t>
            </a:r>
          </a:p>
        </p:txBody>
      </p:sp>
      <p:pic>
        <p:nvPicPr>
          <p:cNvPr id="32" name="Picture Placeholder 1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3569" y="5211251"/>
            <a:ext cx="1353599" cy="1353599"/>
          </a:xfrm>
        </p:spPr>
      </p:pic>
    </p:spTree>
    <p:extLst>
      <p:ext uri="{BB962C8B-B14F-4D97-AF65-F5344CB8AC3E}">
        <p14:creationId xmlns:p14="http://schemas.microsoft.com/office/powerpoint/2010/main" val="1453459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5439</TotalTime>
  <Words>3670</Words>
  <Application>Microsoft Office PowerPoint</Application>
  <PresentationFormat>Widescreen</PresentationFormat>
  <Paragraphs>466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6" baseType="lpstr">
      <vt:lpstr>Roboto Condensed</vt:lpstr>
      <vt:lpstr>Wingdings</vt:lpstr>
      <vt:lpstr>Wingdings 2</vt:lpstr>
      <vt:lpstr>Roboto Condensed Light</vt:lpstr>
      <vt:lpstr>Cascadia Mono</vt:lpstr>
      <vt:lpstr>Arial</vt:lpstr>
      <vt:lpstr>Wingdings 3</vt:lpstr>
      <vt:lpstr>Calibri</vt:lpstr>
      <vt:lpstr>Office Theme</vt:lpstr>
      <vt:lpstr>Unit-4  Data Annotations, Validations, Model Binding &amp; Data Passing  </vt:lpstr>
      <vt:lpstr>PowerPoint Presentation</vt:lpstr>
      <vt:lpstr>Validations</vt:lpstr>
      <vt:lpstr>Why Validation?</vt:lpstr>
      <vt:lpstr>What Are the Validations?</vt:lpstr>
      <vt:lpstr>1. Client Side Validation</vt:lpstr>
      <vt:lpstr>Data Annotations</vt:lpstr>
      <vt:lpstr>Common Data Annotations </vt:lpstr>
      <vt:lpstr>Common Data Annotations Cont.. </vt:lpstr>
      <vt:lpstr>[Required]</vt:lpstr>
      <vt:lpstr>[StringLength(value)] </vt:lpstr>
      <vt:lpstr>[Range(minvalue, maxvalue)]</vt:lpstr>
      <vt:lpstr>[RegularExpression(regex)]</vt:lpstr>
      <vt:lpstr>[MinLength(value)] &amp; [MaxLength(value)] </vt:lpstr>
      <vt:lpstr>[Compare]  </vt:lpstr>
      <vt:lpstr>[EmailAddress]</vt:lpstr>
      <vt:lpstr>Employee Model | [EmployeeModel.cs]</vt:lpstr>
      <vt:lpstr>Employee.cshtml (View Page)</vt:lpstr>
      <vt:lpstr>Employee.cshtml (View Page) Cont..</vt:lpstr>
      <vt:lpstr>Example: Employee Registration | Client Side Validation</vt:lpstr>
      <vt:lpstr>2. Server Side Validation</vt:lpstr>
      <vt:lpstr>ModelState </vt:lpstr>
      <vt:lpstr>Student Model | Without Annotations</vt:lpstr>
      <vt:lpstr>Student Form Design using HTML Tag Helpers</vt:lpstr>
      <vt:lpstr>Home Controller Save Action Method | Custom Validation</vt:lpstr>
      <vt:lpstr>Output</vt:lpstr>
      <vt:lpstr>Output</vt:lpstr>
      <vt:lpstr>Data Passing Techniques</vt:lpstr>
      <vt:lpstr>Data Passing Techniques - Introduction</vt:lpstr>
      <vt:lpstr>ViewData</vt:lpstr>
      <vt:lpstr>ViewBag</vt:lpstr>
      <vt:lpstr>TempData</vt:lpstr>
      <vt:lpstr>Model Binding</vt:lpstr>
      <vt:lpstr>Default Model Binder</vt:lpstr>
      <vt:lpstr>Default Model Binder</vt:lpstr>
      <vt:lpstr>Default Model Binder Cont..</vt:lpstr>
      <vt:lpstr>IFormCollection</vt:lpstr>
      <vt:lpstr>IFormCollection</vt:lpstr>
      <vt:lpstr>Index.cshtml | Form With Two Text Controls</vt:lpstr>
      <vt:lpstr>Index.cshtml | Form With Two Text Controls Cont..</vt:lpstr>
      <vt:lpstr>Controller Action Method Code</vt:lpstr>
      <vt:lpstr>Bind Attribute</vt:lpstr>
      <vt:lpstr>Bind Attribute</vt:lpstr>
      <vt:lpstr>Bind Attribute - Including Specific Properties</vt:lpstr>
      <vt:lpstr>Bind Attribute - Prefixing</vt:lpstr>
      <vt:lpstr>Bind Attribute - Prefixing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Naimish Vadodariya</cp:lastModifiedBy>
  <cp:revision>567</cp:revision>
  <dcterms:created xsi:type="dcterms:W3CDTF">2020-05-01T05:09:15Z</dcterms:created>
  <dcterms:modified xsi:type="dcterms:W3CDTF">2025-02-18T10:59:42Z</dcterms:modified>
</cp:coreProperties>
</file>